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2"/>
  </p:notesMasterIdLst>
  <p:sldIdLst>
    <p:sldId id="256" r:id="rId2"/>
    <p:sldId id="257" r:id="rId3"/>
    <p:sldId id="268" r:id="rId4"/>
    <p:sldId id="258" r:id="rId5"/>
    <p:sldId id="259" r:id="rId6"/>
    <p:sldId id="262" r:id="rId7"/>
    <p:sldId id="260" r:id="rId8"/>
    <p:sldId id="263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A8C9A-CFFC-4F89-8B05-63D7D68E9700}" v="338" dt="2026-05-03T04:06:48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dhar Ramagiri" userId="cb81ef85-643a-444c-ab62-567c975ae8d3" providerId="ADAL" clId="{85564D11-E7DC-449D-A028-CD4C636CB413}"/>
    <pc:docChg chg="undo redo custSel addSld delSld modSld sldOrd addMainMaster delMainMaster">
      <pc:chgData name="Jaidhar Ramagiri" userId="cb81ef85-643a-444c-ab62-567c975ae8d3" providerId="ADAL" clId="{85564D11-E7DC-449D-A028-CD4C636CB413}" dt="2026-05-03T03:57:49.955" v="1981"/>
      <pc:docMkLst>
        <pc:docMk/>
      </pc:docMkLst>
      <pc:sldChg chg="addSp delSp modSp new mod setBg modClrScheme setClrOvrMap chgLayout">
        <pc:chgData name="Jaidhar Ramagiri" userId="cb81ef85-643a-444c-ab62-567c975ae8d3" providerId="ADAL" clId="{85564D11-E7DC-449D-A028-CD4C636CB413}" dt="2026-05-02T09:48:19.432" v="66" actId="12"/>
        <pc:sldMkLst>
          <pc:docMk/>
          <pc:sldMk cId="1061966781" sldId="256"/>
        </pc:sldMkLst>
        <pc:spChg chg="mod">
          <ac:chgData name="Jaidhar Ramagiri" userId="cb81ef85-643a-444c-ab62-567c975ae8d3" providerId="ADAL" clId="{85564D11-E7DC-449D-A028-CD4C636CB413}" dt="2026-05-02T09:47:33.398" v="39" actId="14100"/>
          <ac:spMkLst>
            <pc:docMk/>
            <pc:sldMk cId="1061966781" sldId="256"/>
            <ac:spMk id="2" creationId="{9203C965-A158-809C-A54B-51D876369A4C}"/>
          </ac:spMkLst>
        </pc:spChg>
        <pc:spChg chg="del">
          <ac:chgData name="Jaidhar Ramagiri" userId="cb81ef85-643a-444c-ab62-567c975ae8d3" providerId="ADAL" clId="{85564D11-E7DC-449D-A028-CD4C636CB413}" dt="2026-05-02T09:46:25.292" v="8"/>
          <ac:spMkLst>
            <pc:docMk/>
            <pc:sldMk cId="1061966781" sldId="256"/>
            <ac:spMk id="3" creationId="{6EFAFDA5-31A3-01F3-A377-948DCBFF6F82}"/>
          </ac:spMkLst>
        </pc:spChg>
        <pc:spChg chg="add mod">
          <ac:chgData name="Jaidhar Ramagiri" userId="cb81ef85-643a-444c-ab62-567c975ae8d3" providerId="ADAL" clId="{85564D11-E7DC-449D-A028-CD4C636CB413}" dt="2026-05-02T09:48:19.432" v="66" actId="12"/>
          <ac:spMkLst>
            <pc:docMk/>
            <pc:sldMk cId="1061966781" sldId="256"/>
            <ac:spMk id="4" creationId="{A4C69C06-31C0-057E-ED18-6B0CF9AEBAD0}"/>
          </ac:spMkLst>
        </pc:spChg>
        <pc:spChg chg="add">
          <ac:chgData name="Jaidhar Ramagiri" userId="cb81ef85-643a-444c-ab62-567c975ae8d3" providerId="ADAL" clId="{85564D11-E7DC-449D-A028-CD4C636CB413}" dt="2026-05-02T09:47:22.992" v="36" actId="26606"/>
          <ac:spMkLst>
            <pc:docMk/>
            <pc:sldMk cId="1061966781" sldId="256"/>
            <ac:spMk id="7" creationId="{B7E2F724-2FB3-4D1D-A730-739B8654C030}"/>
          </ac:spMkLst>
        </pc:spChg>
        <pc:spChg chg="add del">
          <ac:chgData name="Jaidhar Ramagiri" userId="cb81ef85-643a-444c-ab62-567c975ae8d3" providerId="ADAL" clId="{85564D11-E7DC-449D-A028-CD4C636CB413}" dt="2026-05-02T09:47:04.368" v="31" actId="26606"/>
          <ac:spMkLst>
            <pc:docMk/>
            <pc:sldMk cId="1061966781" sldId="256"/>
            <ac:spMk id="9" creationId="{D1BA7680-B1FB-4B6B-2155-45DD5D6C4CF8}"/>
          </ac:spMkLst>
        </pc:spChg>
        <pc:spChg chg="add">
          <ac:chgData name="Jaidhar Ramagiri" userId="cb81ef85-643a-444c-ab62-567c975ae8d3" providerId="ADAL" clId="{85564D11-E7DC-449D-A028-CD4C636CB413}" dt="2026-05-02T09:47:22.992" v="36" actId="26606"/>
          <ac:spMkLst>
            <pc:docMk/>
            <pc:sldMk cId="1061966781" sldId="256"/>
            <ac:spMk id="10" creationId="{B2C335F7-F61C-4EB4-80F2-4B1438FE66BB}"/>
          </ac:spMkLst>
        </pc:spChg>
        <pc:spChg chg="add del">
          <ac:chgData name="Jaidhar Ramagiri" userId="cb81ef85-643a-444c-ab62-567c975ae8d3" providerId="ADAL" clId="{85564D11-E7DC-449D-A028-CD4C636CB413}" dt="2026-05-02T09:47:04.368" v="31" actId="26606"/>
          <ac:spMkLst>
            <pc:docMk/>
            <pc:sldMk cId="1061966781" sldId="256"/>
            <ac:spMk id="11" creationId="{A9CCD9CD-49AE-3D3E-923B-81ECD3FBF75F}"/>
          </ac:spMkLst>
        </pc:spChg>
        <pc:spChg chg="add del">
          <ac:chgData name="Jaidhar Ramagiri" userId="cb81ef85-643a-444c-ab62-567c975ae8d3" providerId="ADAL" clId="{85564D11-E7DC-449D-A028-CD4C636CB413}" dt="2026-05-02T09:47:11.466" v="33" actId="26606"/>
          <ac:spMkLst>
            <pc:docMk/>
            <pc:sldMk cId="1061966781" sldId="256"/>
            <ac:spMk id="14" creationId="{0760E4C7-47B8-4356-ABCA-CC9C79E2D2B6}"/>
          </ac:spMkLst>
        </pc:spChg>
        <pc:spChg chg="add del">
          <ac:chgData name="Jaidhar Ramagiri" userId="cb81ef85-643a-444c-ab62-567c975ae8d3" providerId="ADAL" clId="{85564D11-E7DC-449D-A028-CD4C636CB413}" dt="2026-05-02T09:47:11.466" v="33" actId="26606"/>
          <ac:spMkLst>
            <pc:docMk/>
            <pc:sldMk cId="1061966781" sldId="256"/>
            <ac:spMk id="16" creationId="{3898FA35-B55D-44B7-9A7D-57C57A4A6435}"/>
          </ac:spMkLst>
        </pc:spChg>
        <pc:picChg chg="add del">
          <ac:chgData name="Jaidhar Ramagiri" userId="cb81ef85-643a-444c-ab62-567c975ae8d3" providerId="ADAL" clId="{85564D11-E7DC-449D-A028-CD4C636CB413}" dt="2026-05-02T09:47:04.368" v="31" actId="26606"/>
          <ac:picMkLst>
            <pc:docMk/>
            <pc:sldMk cId="1061966781" sldId="256"/>
            <ac:picMk id="6" creationId="{1FC87A3D-029E-C297-55E9-9B0D725635D2}"/>
          </ac:picMkLst>
        </pc:picChg>
        <pc:picChg chg="add">
          <ac:chgData name="Jaidhar Ramagiri" userId="cb81ef85-643a-444c-ab62-567c975ae8d3" providerId="ADAL" clId="{85564D11-E7DC-449D-A028-CD4C636CB413}" dt="2026-05-02T09:47:22.992" v="36" actId="26606"/>
          <ac:picMkLst>
            <pc:docMk/>
            <pc:sldMk cId="1061966781" sldId="256"/>
            <ac:picMk id="8" creationId="{0ECB5001-278E-70A1-971A-30E81FE8074B}"/>
          </ac:picMkLst>
        </pc:picChg>
        <pc:picChg chg="add del">
          <ac:chgData name="Jaidhar Ramagiri" userId="cb81ef85-643a-444c-ab62-567c975ae8d3" providerId="ADAL" clId="{85564D11-E7DC-449D-A028-CD4C636CB413}" dt="2026-05-02T09:47:11.466" v="33" actId="26606"/>
          <ac:picMkLst>
            <pc:docMk/>
            <pc:sldMk cId="1061966781" sldId="256"/>
            <ac:picMk id="15" creationId="{03CCA590-979C-6679-367B-48206B740F4A}"/>
          </ac:picMkLst>
        </pc:picChg>
        <pc:cxnChg chg="add del">
          <ac:chgData name="Jaidhar Ramagiri" userId="cb81ef85-643a-444c-ab62-567c975ae8d3" providerId="ADAL" clId="{85564D11-E7DC-449D-A028-CD4C636CB413}" dt="2026-05-02T09:47:11.466" v="33" actId="26606"/>
          <ac:cxnSpMkLst>
            <pc:docMk/>
            <pc:sldMk cId="1061966781" sldId="256"/>
            <ac:cxnSpMk id="13" creationId="{414C5C93-B9E9-4392-ADCF-ABF21209DD56}"/>
          </ac:cxnSpMkLst>
        </pc:cxnChg>
      </pc:sldChg>
      <pc:sldChg chg="addSp delSp modSp new mod setBg">
        <pc:chgData name="Jaidhar Ramagiri" userId="cb81ef85-643a-444c-ab62-567c975ae8d3" providerId="ADAL" clId="{85564D11-E7DC-449D-A028-CD4C636CB413}" dt="2026-05-02T18:37:38.444" v="1977" actId="33524"/>
        <pc:sldMkLst>
          <pc:docMk/>
          <pc:sldMk cId="881557814" sldId="257"/>
        </pc:sldMkLst>
        <pc:spChg chg="mod">
          <ac:chgData name="Jaidhar Ramagiri" userId="cb81ef85-643a-444c-ab62-567c975ae8d3" providerId="ADAL" clId="{85564D11-E7DC-449D-A028-CD4C636CB413}" dt="2026-05-02T18:37:17.722" v="1975" actId="26606"/>
          <ac:spMkLst>
            <pc:docMk/>
            <pc:sldMk cId="881557814" sldId="257"/>
            <ac:spMk id="2" creationId="{042A4A10-32BD-898F-1EF6-9D0B66C8FB64}"/>
          </ac:spMkLst>
        </pc:spChg>
        <pc:spChg chg="add del mod">
          <ac:chgData name="Jaidhar Ramagiri" userId="cb81ef85-643a-444c-ab62-567c975ae8d3" providerId="ADAL" clId="{85564D11-E7DC-449D-A028-CD4C636CB413}" dt="2026-05-02T18:37:38.444" v="1977" actId="33524"/>
          <ac:spMkLst>
            <pc:docMk/>
            <pc:sldMk cId="881557814" sldId="257"/>
            <ac:spMk id="3" creationId="{7DE2911C-CA64-1B9D-394B-5C21DECE76FB}"/>
          </ac:spMkLst>
        </pc:spChg>
        <pc:spChg chg="add mod">
          <ac:chgData name="Jaidhar Ramagiri" userId="cb81ef85-643a-444c-ab62-567c975ae8d3" providerId="ADAL" clId="{85564D11-E7DC-449D-A028-CD4C636CB413}" dt="2026-05-02T10:44:04.423" v="75"/>
          <ac:spMkLst>
            <pc:docMk/>
            <pc:sldMk cId="881557814" sldId="257"/>
            <ac:spMk id="4" creationId="{247ACEC1-D31E-0019-AA29-944010BE84FD}"/>
          </ac:spMkLst>
        </pc:spChg>
        <pc:spChg chg="add">
          <ac:chgData name="Jaidhar Ramagiri" userId="cb81ef85-643a-444c-ab62-567c975ae8d3" providerId="ADAL" clId="{85564D11-E7DC-449D-A028-CD4C636CB413}" dt="2026-05-02T10:51:10.405" v="99"/>
          <ac:spMkLst>
            <pc:docMk/>
            <pc:sldMk cId="881557814" sldId="257"/>
            <ac:spMk id="5" creationId="{0515E29C-0A6D-82DE-3956-0545751E0BEC}"/>
          </ac:spMkLst>
        </pc:spChg>
        <pc:spChg chg="add">
          <ac:chgData name="Jaidhar Ramagiri" userId="cb81ef85-643a-444c-ab62-567c975ae8d3" providerId="ADAL" clId="{85564D11-E7DC-449D-A028-CD4C636CB413}" dt="2026-05-02T10:51:20.953" v="103"/>
          <ac:spMkLst>
            <pc:docMk/>
            <pc:sldMk cId="881557814" sldId="257"/>
            <ac:spMk id="6" creationId="{F44FB23E-5003-4698-8613-09F7A18910D4}"/>
          </ac:spMkLst>
        </pc:spChg>
        <pc:spChg chg="add del mod">
          <ac:chgData name="Jaidhar Ramagiri" userId="cb81ef85-643a-444c-ab62-567c975ae8d3" providerId="ADAL" clId="{85564D11-E7DC-449D-A028-CD4C636CB413}" dt="2026-05-02T10:51:38.751" v="112"/>
          <ac:spMkLst>
            <pc:docMk/>
            <pc:sldMk cId="881557814" sldId="257"/>
            <ac:spMk id="7" creationId="{A301301D-5EA6-2255-CFA2-754A707CFE13}"/>
          </ac:spMkLst>
        </pc:spChg>
        <pc:spChg chg="add del">
          <ac:chgData name="Jaidhar Ramagiri" userId="cb81ef85-643a-444c-ab62-567c975ae8d3" providerId="ADAL" clId="{85564D11-E7DC-449D-A028-CD4C636CB413}" dt="2026-05-02T18:37:17.722" v="1975" actId="26606"/>
          <ac:spMkLst>
            <pc:docMk/>
            <pc:sldMk cId="881557814" sldId="257"/>
            <ac:spMk id="8" creationId="{42C91D93-014B-66D5-D263-730212C94315}"/>
          </ac:spMkLst>
        </pc:spChg>
        <pc:spChg chg="add mod">
          <ac:chgData name="Jaidhar Ramagiri" userId="cb81ef85-643a-444c-ab62-567c975ae8d3" providerId="ADAL" clId="{85564D11-E7DC-449D-A028-CD4C636CB413}" dt="2026-05-02T10:53:26.446" v="124" actId="571"/>
          <ac:spMkLst>
            <pc:docMk/>
            <pc:sldMk cId="881557814" sldId="257"/>
            <ac:spMk id="9" creationId="{172DE13D-3CC1-B6D7-5F56-AE726DB4A831}"/>
          </ac:spMkLst>
        </pc:spChg>
        <pc:spChg chg="add del">
          <ac:chgData name="Jaidhar Ramagiri" userId="cb81ef85-643a-444c-ab62-567c975ae8d3" providerId="ADAL" clId="{85564D11-E7DC-449D-A028-CD4C636CB413}" dt="2026-05-02T18:37:17.722" v="1975" actId="26606"/>
          <ac:spMkLst>
            <pc:docMk/>
            <pc:sldMk cId="881557814" sldId="257"/>
            <ac:spMk id="10" creationId="{9568B8C9-6702-8441-0D92-220DE92C8861}"/>
          </ac:spMkLst>
        </pc:spChg>
        <pc:spChg chg="add">
          <ac:chgData name="Jaidhar Ramagiri" userId="cb81ef85-643a-444c-ab62-567c975ae8d3" providerId="ADAL" clId="{85564D11-E7DC-449D-A028-CD4C636CB413}" dt="2026-05-02T18:37:17.722" v="1975" actId="26606"/>
          <ac:spMkLst>
            <pc:docMk/>
            <pc:sldMk cId="881557814" sldId="257"/>
            <ac:spMk id="15" creationId="{EEF92585-7A99-6108-9663-8C59032742EC}"/>
          </ac:spMkLst>
        </pc:spChg>
        <pc:spChg chg="add">
          <ac:chgData name="Jaidhar Ramagiri" userId="cb81ef85-643a-444c-ab62-567c975ae8d3" providerId="ADAL" clId="{85564D11-E7DC-449D-A028-CD4C636CB413}" dt="2026-05-02T18:37:17.722" v="1975" actId="26606"/>
          <ac:spMkLst>
            <pc:docMk/>
            <pc:sldMk cId="881557814" sldId="257"/>
            <ac:spMk id="17" creationId="{C6D5B03A-B780-A698-DFA9-C9932F22DDD0}"/>
          </ac:spMkLst>
        </pc:spChg>
      </pc:sldChg>
      <pc:sldChg chg="addSp delSp modSp add del mod setBg delDesignElem">
        <pc:chgData name="Jaidhar Ramagiri" userId="cb81ef85-643a-444c-ab62-567c975ae8d3" providerId="ADAL" clId="{85564D11-E7DC-449D-A028-CD4C636CB413}" dt="2026-05-02T09:46:27.127" v="9" actId="47"/>
        <pc:sldMkLst>
          <pc:docMk/>
          <pc:sldMk cId="4078936131" sldId="257"/>
        </pc:sldMkLst>
        <pc:spChg chg="del">
          <ac:chgData name="Jaidhar Ramagiri" userId="cb81ef85-643a-444c-ab62-567c975ae8d3" providerId="ADAL" clId="{85564D11-E7DC-449D-A028-CD4C636CB413}" dt="2026-05-02T09:46:23.122" v="7" actId="21"/>
          <ac:spMkLst>
            <pc:docMk/>
            <pc:sldMk cId="4078936131" sldId="257"/>
            <ac:spMk id="3" creationId="{A4C69C06-31C0-057E-ED18-6B0CF9AEBAD0}"/>
          </ac:spMkLst>
        </pc:spChg>
        <pc:spChg chg="add mod">
          <ac:chgData name="Jaidhar Ramagiri" userId="cb81ef85-643a-444c-ab62-567c975ae8d3" providerId="ADAL" clId="{85564D11-E7DC-449D-A028-CD4C636CB413}" dt="2026-05-02T09:46:23.122" v="7" actId="21"/>
          <ac:spMkLst>
            <pc:docMk/>
            <pc:sldMk cId="4078936131" sldId="257"/>
            <ac:spMk id="5" creationId="{BCEF25CE-551B-204E-6010-FE96F1086615}"/>
          </ac:spMkLst>
        </pc:spChg>
        <pc:spChg chg="del">
          <ac:chgData name="Jaidhar Ramagiri" userId="cb81ef85-643a-444c-ab62-567c975ae8d3" providerId="ADAL" clId="{85564D11-E7DC-449D-A028-CD4C636CB413}" dt="2026-05-02T09:46:19.804" v="6"/>
          <ac:spMkLst>
            <pc:docMk/>
            <pc:sldMk cId="4078936131" sldId="257"/>
            <ac:spMk id="21" creationId="{5C8908E2-EE49-44D2-9428-A28D2312A8D5}"/>
          </ac:spMkLst>
        </pc:spChg>
        <pc:spChg chg="del">
          <ac:chgData name="Jaidhar Ramagiri" userId="cb81ef85-643a-444c-ab62-567c975ae8d3" providerId="ADAL" clId="{85564D11-E7DC-449D-A028-CD4C636CB413}" dt="2026-05-02T09:46:19.804" v="6"/>
          <ac:spMkLst>
            <pc:docMk/>
            <pc:sldMk cId="4078936131" sldId="257"/>
            <ac:spMk id="40" creationId="{BD92035A-AA2F-4CD8-A556-1CE8BDEC75BD}"/>
          </ac:spMkLst>
        </pc:spChg>
        <pc:spChg chg="del">
          <ac:chgData name="Jaidhar Ramagiri" userId="cb81ef85-643a-444c-ab62-567c975ae8d3" providerId="ADAL" clId="{85564D11-E7DC-449D-A028-CD4C636CB413}" dt="2026-05-02T09:46:19.804" v="6"/>
          <ac:spMkLst>
            <pc:docMk/>
            <pc:sldMk cId="4078936131" sldId="257"/>
            <ac:spMk id="45" creationId="{ED888B23-07FA-482A-96DF-47E31AF1A603}"/>
          </ac:spMkLst>
        </pc:spChg>
        <pc:grpChg chg="del">
          <ac:chgData name="Jaidhar Ramagiri" userId="cb81ef85-643a-444c-ab62-567c975ae8d3" providerId="ADAL" clId="{85564D11-E7DC-449D-A028-CD4C636CB413}" dt="2026-05-02T09:46:19.804" v="6"/>
          <ac:grpSpMkLst>
            <pc:docMk/>
            <pc:sldMk cId="4078936131" sldId="257"/>
            <ac:grpSpMk id="26" creationId="{5D1A9D8B-3117-4D9D-BDA4-DD81895098B0}"/>
          </ac:grpSpMkLst>
        </pc:grpChg>
      </pc:sldChg>
      <pc:sldChg chg="addSp delSp modSp new add del mod">
        <pc:chgData name="Jaidhar Ramagiri" userId="cb81ef85-643a-444c-ab62-567c975ae8d3" providerId="ADAL" clId="{85564D11-E7DC-449D-A028-CD4C636CB413}" dt="2026-05-02T13:57:03.009" v="1180" actId="20577"/>
        <pc:sldMkLst>
          <pc:docMk/>
          <pc:sldMk cId="1967659008" sldId="258"/>
        </pc:sldMkLst>
        <pc:spChg chg="mod">
          <ac:chgData name="Jaidhar Ramagiri" userId="cb81ef85-643a-444c-ab62-567c975ae8d3" providerId="ADAL" clId="{85564D11-E7DC-449D-A028-CD4C636CB413}" dt="2026-05-02T13:57:03.009" v="1180" actId="20577"/>
          <ac:spMkLst>
            <pc:docMk/>
            <pc:sldMk cId="1967659008" sldId="258"/>
            <ac:spMk id="2" creationId="{F9607EFF-5362-6489-460A-F1A05AFC9147}"/>
          </ac:spMkLst>
        </pc:spChg>
        <pc:spChg chg="mod">
          <ac:chgData name="Jaidhar Ramagiri" userId="cb81ef85-643a-444c-ab62-567c975ae8d3" providerId="ADAL" clId="{85564D11-E7DC-449D-A028-CD4C636CB413}" dt="2026-05-02T13:50:01.218" v="915" actId="20577"/>
          <ac:spMkLst>
            <pc:docMk/>
            <pc:sldMk cId="1967659008" sldId="258"/>
            <ac:spMk id="3" creationId="{425E4028-84A3-BFAB-EE13-D47454FCFB76}"/>
          </ac:spMkLst>
        </pc:spChg>
        <pc:spChg chg="add del mod">
          <ac:chgData name="Jaidhar Ramagiri" userId="cb81ef85-643a-444c-ab62-567c975ae8d3" providerId="ADAL" clId="{85564D11-E7DC-449D-A028-CD4C636CB413}" dt="2026-05-02T11:05:57.737" v="307" actId="478"/>
          <ac:spMkLst>
            <pc:docMk/>
            <pc:sldMk cId="1967659008" sldId="258"/>
            <ac:spMk id="8" creationId="{2C6F9DAE-D0B8-C345-8AA8-1F0D75496303}"/>
          </ac:spMkLst>
        </pc:spChg>
        <pc:spChg chg="add">
          <ac:chgData name="Jaidhar Ramagiri" userId="cb81ef85-643a-444c-ab62-567c975ae8d3" providerId="ADAL" clId="{85564D11-E7DC-449D-A028-CD4C636CB413}" dt="2026-05-02T13:48:53.384" v="882"/>
          <ac:spMkLst>
            <pc:docMk/>
            <pc:sldMk cId="1967659008" sldId="258"/>
            <ac:spMk id="9" creationId="{51441A09-3B06-1C76-D4FB-66DB66424EF0}"/>
          </ac:spMkLst>
        </pc:spChg>
        <pc:picChg chg="add mod">
          <ac:chgData name="Jaidhar Ramagiri" userId="cb81ef85-643a-444c-ab62-567c975ae8d3" providerId="ADAL" clId="{85564D11-E7DC-449D-A028-CD4C636CB413}" dt="2026-05-02T11:06:14.618" v="318" actId="1076"/>
          <ac:picMkLst>
            <pc:docMk/>
            <pc:sldMk cId="1967659008" sldId="258"/>
            <ac:picMk id="5" creationId="{9729ADE0-54B8-1949-25CC-09209DD6E5C6}"/>
          </ac:picMkLst>
        </pc:picChg>
        <pc:picChg chg="add mod">
          <ac:chgData name="Jaidhar Ramagiri" userId="cb81ef85-643a-444c-ab62-567c975ae8d3" providerId="ADAL" clId="{85564D11-E7DC-449D-A028-CD4C636CB413}" dt="2026-05-02T11:06:26.048" v="321" actId="1076"/>
          <ac:picMkLst>
            <pc:docMk/>
            <pc:sldMk cId="1967659008" sldId="258"/>
            <ac:picMk id="7" creationId="{1DA76F30-80DE-885E-8E7F-1CBF5DF4C11B}"/>
          </ac:picMkLst>
        </pc:picChg>
        <pc:picChg chg="add">
          <ac:chgData name="Jaidhar Ramagiri" userId="cb81ef85-643a-444c-ab62-567c975ae8d3" providerId="ADAL" clId="{85564D11-E7DC-449D-A028-CD4C636CB413}" dt="2026-05-02T13:48:53.384" v="882"/>
          <ac:picMkLst>
            <pc:docMk/>
            <pc:sldMk cId="1967659008" sldId="258"/>
            <ac:picMk id="3075" creationId="{F4BECB44-8F28-D62A-A245-74F860467561}"/>
          </ac:picMkLst>
        </pc:picChg>
        <pc:picChg chg="add">
          <ac:chgData name="Jaidhar Ramagiri" userId="cb81ef85-643a-444c-ab62-567c975ae8d3" providerId="ADAL" clId="{85564D11-E7DC-449D-A028-CD4C636CB413}" dt="2026-05-02T13:48:53.384" v="882"/>
          <ac:picMkLst>
            <pc:docMk/>
            <pc:sldMk cId="1967659008" sldId="258"/>
            <ac:picMk id="3076" creationId="{122BB021-26D0-14BD-5156-C6F9833D3027}"/>
          </ac:picMkLst>
        </pc:picChg>
        <pc:picChg chg="add">
          <ac:chgData name="Jaidhar Ramagiri" userId="cb81ef85-643a-444c-ab62-567c975ae8d3" providerId="ADAL" clId="{85564D11-E7DC-449D-A028-CD4C636CB413}" dt="2026-05-02T13:48:53.384" v="882"/>
          <ac:picMkLst>
            <pc:docMk/>
            <pc:sldMk cId="1967659008" sldId="258"/>
            <ac:picMk id="3077" creationId="{8094B3AB-B6CE-462B-9083-9FB4579C82E5}"/>
          </ac:picMkLst>
        </pc:picChg>
        <pc:picChg chg="add">
          <ac:chgData name="Jaidhar Ramagiri" userId="cb81ef85-643a-444c-ab62-567c975ae8d3" providerId="ADAL" clId="{85564D11-E7DC-449D-A028-CD4C636CB413}" dt="2026-05-02T13:48:53.384" v="882"/>
          <ac:picMkLst>
            <pc:docMk/>
            <pc:sldMk cId="1967659008" sldId="258"/>
            <ac:picMk id="3078" creationId="{6A008D1E-72C2-CF98-1ABA-AB2B1B0352CF}"/>
          </ac:picMkLst>
        </pc:picChg>
      </pc:sldChg>
      <pc:sldChg chg="addSp delSp modSp new add del mod">
        <pc:chgData name="Jaidhar Ramagiri" userId="cb81ef85-643a-444c-ab62-567c975ae8d3" providerId="ADAL" clId="{85564D11-E7DC-449D-A028-CD4C636CB413}" dt="2026-05-02T11:22:36.901" v="511"/>
        <pc:sldMkLst>
          <pc:docMk/>
          <pc:sldMk cId="2434121859" sldId="259"/>
        </pc:sldMkLst>
        <pc:spChg chg="add del mod">
          <ac:chgData name="Jaidhar Ramagiri" userId="cb81ef85-643a-444c-ab62-567c975ae8d3" providerId="ADAL" clId="{85564D11-E7DC-449D-A028-CD4C636CB413}" dt="2026-05-02T11:05:25.169" v="303" actId="14100"/>
          <ac:spMkLst>
            <pc:docMk/>
            <pc:sldMk cId="2434121859" sldId="259"/>
            <ac:spMk id="2" creationId="{9E6D70DF-37D6-8F4A-A2F1-339EA1A54EA5}"/>
          </ac:spMkLst>
        </pc:spChg>
        <pc:spChg chg="mod">
          <ac:chgData name="Jaidhar Ramagiri" userId="cb81ef85-643a-444c-ab62-567c975ae8d3" providerId="ADAL" clId="{85564D11-E7DC-449D-A028-CD4C636CB413}" dt="2026-05-02T11:13:47.265" v="420" actId="1076"/>
          <ac:spMkLst>
            <pc:docMk/>
            <pc:sldMk cId="2434121859" sldId="259"/>
            <ac:spMk id="3" creationId="{CC8AE29A-973B-5029-68E1-51214C5F12FF}"/>
          </ac:spMkLst>
        </pc:spChg>
        <pc:spChg chg="add mod">
          <ac:chgData name="Jaidhar Ramagiri" userId="cb81ef85-643a-444c-ab62-567c975ae8d3" providerId="ADAL" clId="{85564D11-E7DC-449D-A028-CD4C636CB413}" dt="2026-05-02T11:05:19.352" v="297"/>
          <ac:spMkLst>
            <pc:docMk/>
            <pc:sldMk cId="2434121859" sldId="259"/>
            <ac:spMk id="4" creationId="{0A51B7C0-8D21-CF54-E537-260E8B6133FF}"/>
          </ac:spMkLst>
        </pc:spChg>
        <pc:spChg chg="add">
          <ac:chgData name="Jaidhar Ramagiri" userId="cb81ef85-643a-444c-ab62-567c975ae8d3" providerId="ADAL" clId="{85564D11-E7DC-449D-A028-CD4C636CB413}" dt="2026-05-02T11:07:28.696" v="326"/>
          <ac:spMkLst>
            <pc:docMk/>
            <pc:sldMk cId="2434121859" sldId="259"/>
            <ac:spMk id="5" creationId="{D3CDDDBC-6264-ADFB-EF4E-3E2E957AF120}"/>
          </ac:spMkLst>
        </pc:spChg>
        <pc:spChg chg="add del mod">
          <ac:chgData name="Jaidhar Ramagiri" userId="cb81ef85-643a-444c-ab62-567c975ae8d3" providerId="ADAL" clId="{85564D11-E7DC-449D-A028-CD4C636CB413}" dt="2026-05-02T11:07:43.033" v="332" actId="478"/>
          <ac:spMkLst>
            <pc:docMk/>
            <pc:sldMk cId="2434121859" sldId="259"/>
            <ac:spMk id="6" creationId="{CE8BC948-A104-1AE9-A90B-76270D7FA519}"/>
          </ac:spMkLst>
        </pc:spChg>
        <pc:spChg chg="add del mod">
          <ac:chgData name="Jaidhar Ramagiri" userId="cb81ef85-643a-444c-ab62-567c975ae8d3" providerId="ADAL" clId="{85564D11-E7DC-449D-A028-CD4C636CB413}" dt="2026-05-02T11:13:28.529" v="411" actId="478"/>
          <ac:spMkLst>
            <pc:docMk/>
            <pc:sldMk cId="2434121859" sldId="259"/>
            <ac:spMk id="11" creationId="{15DE482A-8893-4B50-0528-9BE35773AD06}"/>
          </ac:spMkLst>
        </pc:spChg>
        <pc:spChg chg="add mod">
          <ac:chgData name="Jaidhar Ramagiri" userId="cb81ef85-643a-444c-ab62-567c975ae8d3" providerId="ADAL" clId="{85564D11-E7DC-449D-A028-CD4C636CB413}" dt="2026-05-02T11:18:52.530" v="463" actId="1076"/>
          <ac:spMkLst>
            <pc:docMk/>
            <pc:sldMk cId="2434121859" sldId="259"/>
            <ac:spMk id="15" creationId="{C454C08B-4962-4D0A-3A73-FC101DD87738}"/>
          </ac:spMkLst>
        </pc:spChg>
        <pc:spChg chg="add mod">
          <ac:chgData name="Jaidhar Ramagiri" userId="cb81ef85-643a-444c-ab62-567c975ae8d3" providerId="ADAL" clId="{85564D11-E7DC-449D-A028-CD4C636CB413}" dt="2026-05-02T11:22:36.901" v="511"/>
          <ac:spMkLst>
            <pc:docMk/>
            <pc:sldMk cId="2434121859" sldId="259"/>
            <ac:spMk id="21" creationId="{9F0C1233-711C-E12D-D0BD-DD5A42485101}"/>
          </ac:spMkLst>
        </pc:spChg>
        <pc:picChg chg="add mod">
          <ac:chgData name="Jaidhar Ramagiri" userId="cb81ef85-643a-444c-ab62-567c975ae8d3" providerId="ADAL" clId="{85564D11-E7DC-449D-A028-CD4C636CB413}" dt="2026-05-02T11:18:48.579" v="461" actId="1076"/>
          <ac:picMkLst>
            <pc:docMk/>
            <pc:sldMk cId="2434121859" sldId="259"/>
            <ac:picMk id="8" creationId="{DBAD812B-5536-39D0-4751-ED65E1FA8ABF}"/>
          </ac:picMkLst>
        </pc:picChg>
        <pc:picChg chg="add mod">
          <ac:chgData name="Jaidhar Ramagiri" userId="cb81ef85-643a-444c-ab62-567c975ae8d3" providerId="ADAL" clId="{85564D11-E7DC-449D-A028-CD4C636CB413}" dt="2026-05-02T11:13:48.892" v="421" actId="1076"/>
          <ac:picMkLst>
            <pc:docMk/>
            <pc:sldMk cId="2434121859" sldId="259"/>
            <ac:picMk id="10" creationId="{AFF4E90D-2B93-F806-E6D3-1693F333AEEE}"/>
          </ac:picMkLst>
        </pc:picChg>
        <pc:picChg chg="add del mod">
          <ac:chgData name="Jaidhar Ramagiri" userId="cb81ef85-643a-444c-ab62-567c975ae8d3" providerId="ADAL" clId="{85564D11-E7DC-449D-A028-CD4C636CB413}" dt="2026-05-02T11:18:25.517" v="454" actId="478"/>
          <ac:picMkLst>
            <pc:docMk/>
            <pc:sldMk cId="2434121859" sldId="259"/>
            <ac:picMk id="13" creationId="{BB88931F-C8AC-9AC1-74A4-A4FF6C4F8C59}"/>
          </ac:picMkLst>
        </pc:picChg>
        <pc:picChg chg="add mod">
          <ac:chgData name="Jaidhar Ramagiri" userId="cb81ef85-643a-444c-ab62-567c975ae8d3" providerId="ADAL" clId="{85564D11-E7DC-449D-A028-CD4C636CB413}" dt="2026-05-02T11:18:54.061" v="464" actId="1076"/>
          <ac:picMkLst>
            <pc:docMk/>
            <pc:sldMk cId="2434121859" sldId="259"/>
            <ac:picMk id="17" creationId="{D988AF1B-4FC4-A536-A3D4-65F51924ECC9}"/>
          </ac:picMkLst>
        </pc:picChg>
        <pc:picChg chg="add mod">
          <ac:chgData name="Jaidhar Ramagiri" userId="cb81ef85-643a-444c-ab62-567c975ae8d3" providerId="ADAL" clId="{85564D11-E7DC-449D-A028-CD4C636CB413}" dt="2026-05-02T11:19:15.666" v="471" actId="1076"/>
          <ac:picMkLst>
            <pc:docMk/>
            <pc:sldMk cId="2434121859" sldId="259"/>
            <ac:picMk id="19" creationId="{FF87216B-059C-16E3-1390-7CA087CD7FBD}"/>
          </ac:picMkLst>
        </pc:picChg>
      </pc:sldChg>
      <pc:sldChg chg="addSp delSp modSp new mod">
        <pc:chgData name="Jaidhar Ramagiri" userId="cb81ef85-643a-444c-ab62-567c975ae8d3" providerId="ADAL" clId="{85564D11-E7DC-449D-A028-CD4C636CB413}" dt="2026-05-02T11:30:18.462" v="586" actId="27636"/>
        <pc:sldMkLst>
          <pc:docMk/>
          <pc:sldMk cId="2635437414" sldId="260"/>
        </pc:sldMkLst>
        <pc:spChg chg="mod">
          <ac:chgData name="Jaidhar Ramagiri" userId="cb81ef85-643a-444c-ab62-567c975ae8d3" providerId="ADAL" clId="{85564D11-E7DC-449D-A028-CD4C636CB413}" dt="2026-05-02T11:30:18.462" v="586" actId="27636"/>
          <ac:spMkLst>
            <pc:docMk/>
            <pc:sldMk cId="2635437414" sldId="260"/>
            <ac:spMk id="2" creationId="{B11DBA80-0148-AEB8-2C8F-69ACDB383F23}"/>
          </ac:spMkLst>
        </pc:spChg>
        <pc:spChg chg="add del mod">
          <ac:chgData name="Jaidhar Ramagiri" userId="cb81ef85-643a-444c-ab62-567c975ae8d3" providerId="ADAL" clId="{85564D11-E7DC-449D-A028-CD4C636CB413}" dt="2026-05-02T11:30:05.235" v="554" actId="478"/>
          <ac:spMkLst>
            <pc:docMk/>
            <pc:sldMk cId="2635437414" sldId="260"/>
            <ac:spMk id="3" creationId="{6040EEF8-95F9-200C-4FCC-319C6B881201}"/>
          </ac:spMkLst>
        </pc:spChg>
        <pc:picChg chg="add del mod ord">
          <ac:chgData name="Jaidhar Ramagiri" userId="cb81ef85-643a-444c-ab62-567c975ae8d3" providerId="ADAL" clId="{85564D11-E7DC-449D-A028-CD4C636CB413}" dt="2026-05-02T11:29:04.643" v="543" actId="22"/>
          <ac:picMkLst>
            <pc:docMk/>
            <pc:sldMk cId="2635437414" sldId="260"/>
            <ac:picMk id="5" creationId="{36EE27EE-1CD6-A720-3D70-6AA357D35E59}"/>
          </ac:picMkLst>
        </pc:picChg>
        <pc:picChg chg="add mod">
          <ac:chgData name="Jaidhar Ramagiri" userId="cb81ef85-643a-444c-ab62-567c975ae8d3" providerId="ADAL" clId="{85564D11-E7DC-449D-A028-CD4C636CB413}" dt="2026-05-02T11:29:26.890" v="547" actId="1076"/>
          <ac:picMkLst>
            <pc:docMk/>
            <pc:sldMk cId="2635437414" sldId="260"/>
            <ac:picMk id="7" creationId="{23144941-2E24-013C-BC95-356F5696F3FB}"/>
          </ac:picMkLst>
        </pc:picChg>
        <pc:picChg chg="add mod">
          <ac:chgData name="Jaidhar Ramagiri" userId="cb81ef85-643a-444c-ab62-567c975ae8d3" providerId="ADAL" clId="{85564D11-E7DC-449D-A028-CD4C636CB413}" dt="2026-05-02T11:29:57.684" v="552" actId="14100"/>
          <ac:picMkLst>
            <pc:docMk/>
            <pc:sldMk cId="2635437414" sldId="260"/>
            <ac:picMk id="9" creationId="{CAC4BB20-CF32-4D2B-0787-ABEA48CFC47F}"/>
          </ac:picMkLst>
        </pc:picChg>
      </pc:sldChg>
      <pc:sldChg chg="addSp delSp add del mod">
        <pc:chgData name="Jaidhar Ramagiri" userId="cb81ef85-643a-444c-ab62-567c975ae8d3" providerId="ADAL" clId="{85564D11-E7DC-449D-A028-CD4C636CB413}" dt="2026-05-02T11:19:25.734" v="477" actId="47"/>
        <pc:sldMkLst>
          <pc:docMk/>
          <pc:sldMk cId="3126788328" sldId="261"/>
        </pc:sldMkLst>
        <pc:picChg chg="del">
          <ac:chgData name="Jaidhar Ramagiri" userId="cb81ef85-643a-444c-ab62-567c975ae8d3" providerId="ADAL" clId="{85564D11-E7DC-449D-A028-CD4C636CB413}" dt="2026-05-02T11:17:31.167" v="450" actId="478"/>
          <ac:picMkLst>
            <pc:docMk/>
            <pc:sldMk cId="3126788328" sldId="261"/>
            <ac:picMk id="8" creationId="{6951F63F-D504-8A69-8575-F8C04B352B6D}"/>
          </ac:picMkLst>
        </pc:picChg>
        <pc:picChg chg="del">
          <ac:chgData name="Jaidhar Ramagiri" userId="cb81ef85-643a-444c-ab62-567c975ae8d3" providerId="ADAL" clId="{85564D11-E7DC-449D-A028-CD4C636CB413}" dt="2026-05-02T11:17:28.702" v="449" actId="478"/>
          <ac:picMkLst>
            <pc:docMk/>
            <pc:sldMk cId="3126788328" sldId="261"/>
            <ac:picMk id="10" creationId="{ED13A812-C52B-C97A-CED9-E4E02F54CFED}"/>
          </ac:picMkLst>
        </pc:picChg>
        <pc:picChg chg="add del">
          <ac:chgData name="Jaidhar Ramagiri" userId="cb81ef85-643a-444c-ab62-567c975ae8d3" providerId="ADAL" clId="{85564D11-E7DC-449D-A028-CD4C636CB413}" dt="2026-05-02T11:17:35.825" v="452" actId="478"/>
          <ac:picMkLst>
            <pc:docMk/>
            <pc:sldMk cId="3126788328" sldId="261"/>
            <ac:picMk id="13" creationId="{3619850A-515F-69BA-EA3E-6DAF6308E0D2}"/>
          </ac:picMkLst>
        </pc:picChg>
      </pc:sldChg>
      <pc:sldChg chg="addSp delSp modSp add mod">
        <pc:chgData name="Jaidhar Ramagiri" userId="cb81ef85-643a-444c-ab62-567c975ae8d3" providerId="ADAL" clId="{85564D11-E7DC-449D-A028-CD4C636CB413}" dt="2026-05-02T11:39:13.030" v="686" actId="14100"/>
        <pc:sldMkLst>
          <pc:docMk/>
          <pc:sldMk cId="2629279170" sldId="262"/>
        </pc:sldMkLst>
        <pc:spChg chg="mod">
          <ac:chgData name="Jaidhar Ramagiri" userId="cb81ef85-643a-444c-ab62-567c975ae8d3" providerId="ADAL" clId="{85564D11-E7DC-449D-A028-CD4C636CB413}" dt="2026-05-02T11:39:06.003" v="683" actId="1076"/>
          <ac:spMkLst>
            <pc:docMk/>
            <pc:sldMk cId="2629279170" sldId="262"/>
            <ac:spMk id="2" creationId="{93CED411-80EE-3AE7-EDAC-D76B593E0B4B}"/>
          </ac:spMkLst>
        </pc:spChg>
        <pc:spChg chg="mod">
          <ac:chgData name="Jaidhar Ramagiri" userId="cb81ef85-643a-444c-ab62-567c975ae8d3" providerId="ADAL" clId="{85564D11-E7DC-449D-A028-CD4C636CB413}" dt="2026-05-02T11:39:13.030" v="686" actId="14100"/>
          <ac:spMkLst>
            <pc:docMk/>
            <pc:sldMk cId="2629279170" sldId="262"/>
            <ac:spMk id="3" creationId="{3D67F787-FCA8-FC2C-5728-C6F14B8D4517}"/>
          </ac:spMkLst>
        </pc:spChg>
        <pc:spChg chg="add del mod">
          <ac:chgData name="Jaidhar Ramagiri" userId="cb81ef85-643a-444c-ab62-567c975ae8d3" providerId="ADAL" clId="{85564D11-E7DC-449D-A028-CD4C636CB413}" dt="2026-05-02T11:21:15.689" v="496" actId="478"/>
          <ac:spMkLst>
            <pc:docMk/>
            <pc:sldMk cId="2629279170" sldId="262"/>
            <ac:spMk id="7" creationId="{2F4C1286-27BF-4269-C57F-5599249C559C}"/>
          </ac:spMkLst>
        </pc:spChg>
        <pc:spChg chg="del mod">
          <ac:chgData name="Jaidhar Ramagiri" userId="cb81ef85-643a-444c-ab62-567c975ae8d3" providerId="ADAL" clId="{85564D11-E7DC-449D-A028-CD4C636CB413}" dt="2026-05-02T11:20:52.428" v="493" actId="478"/>
          <ac:spMkLst>
            <pc:docMk/>
            <pc:sldMk cId="2629279170" sldId="262"/>
            <ac:spMk id="15" creationId="{718976C9-FC6A-C15D-12EE-8C6095D952E7}"/>
          </ac:spMkLst>
        </pc:spChg>
        <pc:spChg chg="add del mod">
          <ac:chgData name="Jaidhar Ramagiri" userId="cb81ef85-643a-444c-ab62-567c975ae8d3" providerId="ADAL" clId="{85564D11-E7DC-449D-A028-CD4C636CB413}" dt="2026-05-02T11:37:51.797" v="662" actId="478"/>
          <ac:spMkLst>
            <pc:docMk/>
            <pc:sldMk cId="2629279170" sldId="262"/>
            <ac:spMk id="16" creationId="{7A7301EE-0879-4B64-1395-B84F252D077C}"/>
          </ac:spMkLst>
        </pc:spChg>
        <pc:spChg chg="del">
          <ac:chgData name="Jaidhar Ramagiri" userId="cb81ef85-643a-444c-ab62-567c975ae8d3" providerId="ADAL" clId="{85564D11-E7DC-449D-A028-CD4C636CB413}" dt="2026-05-02T11:22:01.061" v="508" actId="478"/>
          <ac:spMkLst>
            <pc:docMk/>
            <pc:sldMk cId="2629279170" sldId="262"/>
            <ac:spMk id="21" creationId="{2714646E-1AC7-C9C6-F3C6-15B7F4C1F352}"/>
          </ac:spMkLst>
        </pc:spChg>
        <pc:picChg chg="add mod">
          <ac:chgData name="Jaidhar Ramagiri" userId="cb81ef85-643a-444c-ab62-567c975ae8d3" providerId="ADAL" clId="{85564D11-E7DC-449D-A028-CD4C636CB413}" dt="2026-05-02T11:39:02.718" v="682" actId="1076"/>
          <ac:picMkLst>
            <pc:docMk/>
            <pc:sldMk cId="2629279170" sldId="262"/>
            <ac:picMk id="5" creationId="{C8F6653C-7155-FA2E-1404-3C69C88DF9AD}"/>
          </ac:picMkLst>
        </pc:picChg>
        <pc:picChg chg="del">
          <ac:chgData name="Jaidhar Ramagiri" userId="cb81ef85-643a-444c-ab62-567c975ae8d3" providerId="ADAL" clId="{85564D11-E7DC-449D-A028-CD4C636CB413}" dt="2026-05-02T11:20:13.681" v="480" actId="478"/>
          <ac:picMkLst>
            <pc:docMk/>
            <pc:sldMk cId="2629279170" sldId="262"/>
            <ac:picMk id="8" creationId="{35E37F42-97A3-EE1A-2134-396F5C2E627C}"/>
          </ac:picMkLst>
        </pc:picChg>
        <pc:picChg chg="del">
          <ac:chgData name="Jaidhar Ramagiri" userId="cb81ef85-643a-444c-ab62-567c975ae8d3" providerId="ADAL" clId="{85564D11-E7DC-449D-A028-CD4C636CB413}" dt="2026-05-02T11:20:08.637" v="479" actId="478"/>
          <ac:picMkLst>
            <pc:docMk/>
            <pc:sldMk cId="2629279170" sldId="262"/>
            <ac:picMk id="10" creationId="{13FFE119-7EB9-43AB-8783-C6CCED8037AD}"/>
          </ac:picMkLst>
        </pc:picChg>
        <pc:picChg chg="add mod">
          <ac:chgData name="Jaidhar Ramagiri" userId="cb81ef85-643a-444c-ab62-567c975ae8d3" providerId="ADAL" clId="{85564D11-E7DC-449D-A028-CD4C636CB413}" dt="2026-05-02T11:39:02.718" v="682" actId="1076"/>
          <ac:picMkLst>
            <pc:docMk/>
            <pc:sldMk cId="2629279170" sldId="262"/>
            <ac:picMk id="11" creationId="{41CB56B2-D81F-F4A7-1551-5C5B1156F519}"/>
          </ac:picMkLst>
        </pc:picChg>
        <pc:picChg chg="add mod">
          <ac:chgData name="Jaidhar Ramagiri" userId="cb81ef85-643a-444c-ab62-567c975ae8d3" providerId="ADAL" clId="{85564D11-E7DC-449D-A028-CD4C636CB413}" dt="2026-05-02T11:39:02.718" v="682" actId="1076"/>
          <ac:picMkLst>
            <pc:docMk/>
            <pc:sldMk cId="2629279170" sldId="262"/>
            <ac:picMk id="13" creationId="{6B506FDE-B5F2-0AC4-14B5-330DC304C4EB}"/>
          </ac:picMkLst>
        </pc:picChg>
        <pc:picChg chg="del">
          <ac:chgData name="Jaidhar Ramagiri" userId="cb81ef85-643a-444c-ab62-567c975ae8d3" providerId="ADAL" clId="{85564D11-E7DC-449D-A028-CD4C636CB413}" dt="2026-05-02T11:21:59.236" v="507" actId="478"/>
          <ac:picMkLst>
            <pc:docMk/>
            <pc:sldMk cId="2629279170" sldId="262"/>
            <ac:picMk id="17" creationId="{715E216C-9A33-F834-F16D-9E4CF0A53F5F}"/>
          </ac:picMkLst>
        </pc:picChg>
        <pc:picChg chg="del">
          <ac:chgData name="Jaidhar Ramagiri" userId="cb81ef85-643a-444c-ab62-567c975ae8d3" providerId="ADAL" clId="{85564D11-E7DC-449D-A028-CD4C636CB413}" dt="2026-05-02T11:22:01.780" v="509" actId="478"/>
          <ac:picMkLst>
            <pc:docMk/>
            <pc:sldMk cId="2629279170" sldId="262"/>
            <ac:picMk id="19" creationId="{C3D3DF67-A09D-405B-0F6E-B70A461187C0}"/>
          </ac:picMkLst>
        </pc:picChg>
      </pc:sldChg>
      <pc:sldChg chg="addSp delSp modSp add mod">
        <pc:chgData name="Jaidhar Ramagiri" userId="cb81ef85-643a-444c-ab62-567c975ae8d3" providerId="ADAL" clId="{85564D11-E7DC-449D-A028-CD4C636CB413}" dt="2026-05-02T11:33:21.333" v="620" actId="478"/>
        <pc:sldMkLst>
          <pc:docMk/>
          <pc:sldMk cId="1763204592" sldId="263"/>
        </pc:sldMkLst>
        <pc:spChg chg="mod">
          <ac:chgData name="Jaidhar Ramagiri" userId="cb81ef85-643a-444c-ab62-567c975ae8d3" providerId="ADAL" clId="{85564D11-E7DC-449D-A028-CD4C636CB413}" dt="2026-05-02T11:32:55.839" v="609" actId="1076"/>
          <ac:spMkLst>
            <pc:docMk/>
            <pc:sldMk cId="1763204592" sldId="263"/>
            <ac:spMk id="2" creationId="{F1437B35-D5C5-01F4-9089-296EB9F4ED1B}"/>
          </ac:spMkLst>
        </pc:spChg>
        <pc:picChg chg="add del mod">
          <ac:chgData name="Jaidhar Ramagiri" userId="cb81ef85-643a-444c-ab62-567c975ae8d3" providerId="ADAL" clId="{85564D11-E7DC-449D-A028-CD4C636CB413}" dt="2026-05-02T11:32:16.858" v="603" actId="478"/>
          <ac:picMkLst>
            <pc:docMk/>
            <pc:sldMk cId="1763204592" sldId="263"/>
            <ac:picMk id="4" creationId="{CED05877-3C96-0E1D-CA3A-D68F888BA737}"/>
          </ac:picMkLst>
        </pc:picChg>
        <pc:picChg chg="add mod">
          <ac:chgData name="Jaidhar Ramagiri" userId="cb81ef85-643a-444c-ab62-567c975ae8d3" providerId="ADAL" clId="{85564D11-E7DC-449D-A028-CD4C636CB413}" dt="2026-05-02T11:33:14.474" v="615" actId="1076"/>
          <ac:picMkLst>
            <pc:docMk/>
            <pc:sldMk cId="1763204592" sldId="263"/>
            <ac:picMk id="6" creationId="{A4843DCB-DA49-2625-B949-691A256548D7}"/>
          </ac:picMkLst>
        </pc:picChg>
        <pc:picChg chg="del">
          <ac:chgData name="Jaidhar Ramagiri" userId="cb81ef85-643a-444c-ab62-567c975ae8d3" providerId="ADAL" clId="{85564D11-E7DC-449D-A028-CD4C636CB413}" dt="2026-05-02T11:31:03.675" v="595" actId="478"/>
          <ac:picMkLst>
            <pc:docMk/>
            <pc:sldMk cId="1763204592" sldId="263"/>
            <ac:picMk id="7" creationId="{D5412BE7-7DF0-4F27-00FE-86C6B55331DA}"/>
          </ac:picMkLst>
        </pc:picChg>
        <pc:picChg chg="del">
          <ac:chgData name="Jaidhar Ramagiri" userId="cb81ef85-643a-444c-ab62-567c975ae8d3" providerId="ADAL" clId="{85564D11-E7DC-449D-A028-CD4C636CB413}" dt="2026-05-02T11:31:04.263" v="596" actId="478"/>
          <ac:picMkLst>
            <pc:docMk/>
            <pc:sldMk cId="1763204592" sldId="263"/>
            <ac:picMk id="9" creationId="{2CF6FB9B-9BCD-588B-D6E1-B6194EC67D0C}"/>
          </ac:picMkLst>
        </pc:picChg>
        <pc:picChg chg="add del mod">
          <ac:chgData name="Jaidhar Ramagiri" userId="cb81ef85-643a-444c-ab62-567c975ae8d3" providerId="ADAL" clId="{85564D11-E7DC-449D-A028-CD4C636CB413}" dt="2026-05-02T11:33:21.333" v="620" actId="478"/>
          <ac:picMkLst>
            <pc:docMk/>
            <pc:sldMk cId="1763204592" sldId="263"/>
            <ac:picMk id="10" creationId="{24EFD563-9EA5-8FA7-1E1B-621E1DA40C8C}"/>
          </ac:picMkLst>
        </pc:picChg>
        <pc:picChg chg="add mod">
          <ac:chgData name="Jaidhar Ramagiri" userId="cb81ef85-643a-444c-ab62-567c975ae8d3" providerId="ADAL" clId="{85564D11-E7DC-449D-A028-CD4C636CB413}" dt="2026-05-02T11:33:15.479" v="616" actId="1076"/>
          <ac:picMkLst>
            <pc:docMk/>
            <pc:sldMk cId="1763204592" sldId="263"/>
            <ac:picMk id="12" creationId="{E6C6838D-6737-4264-5D21-6837CA9E303A}"/>
          </ac:picMkLst>
        </pc:picChg>
      </pc:sldChg>
      <pc:sldChg chg="addSp delSp modSp add mod setBg">
        <pc:chgData name="Jaidhar Ramagiri" userId="cb81ef85-643a-444c-ab62-567c975ae8d3" providerId="ADAL" clId="{85564D11-E7DC-449D-A028-CD4C636CB413}" dt="2026-05-02T13:45:56.695" v="864" actId="1076"/>
        <pc:sldMkLst>
          <pc:docMk/>
          <pc:sldMk cId="732611410" sldId="264"/>
        </pc:sldMkLst>
        <pc:spChg chg="mod">
          <ac:chgData name="Jaidhar Ramagiri" userId="cb81ef85-643a-444c-ab62-567c975ae8d3" providerId="ADAL" clId="{85564D11-E7DC-449D-A028-CD4C636CB413}" dt="2026-05-02T11:39:29.225" v="689" actId="26606"/>
          <ac:spMkLst>
            <pc:docMk/>
            <pc:sldMk cId="732611410" sldId="264"/>
            <ac:spMk id="2" creationId="{0FEE72D6-E25B-AA4C-D0D2-9354C78C003B}"/>
          </ac:spMkLst>
        </pc:spChg>
        <pc:spChg chg="add mod">
          <ac:chgData name="Jaidhar Ramagiri" userId="cb81ef85-643a-444c-ab62-567c975ae8d3" providerId="ADAL" clId="{85564D11-E7DC-449D-A028-CD4C636CB413}" dt="2026-05-02T11:39:29.225" v="689" actId="26606"/>
          <ac:spMkLst>
            <pc:docMk/>
            <pc:sldMk cId="732611410" sldId="264"/>
            <ac:spMk id="3" creationId="{A226D426-9A77-259C-CECD-35D13E79EFB4}"/>
          </ac:spMkLst>
        </pc:spChg>
        <pc:spChg chg="add mod">
          <ac:chgData name="Jaidhar Ramagiri" userId="cb81ef85-643a-444c-ab62-567c975ae8d3" providerId="ADAL" clId="{85564D11-E7DC-449D-A028-CD4C636CB413}" dt="2026-05-02T13:45:10.960" v="828" actId="20577"/>
          <ac:spMkLst>
            <pc:docMk/>
            <pc:sldMk cId="732611410" sldId="264"/>
            <ac:spMk id="11" creationId="{BCD65258-03AE-D6F7-F606-E1DDA9C61EC0}"/>
          </ac:spMkLst>
        </pc:spChg>
        <pc:spChg chg="add">
          <ac:chgData name="Jaidhar Ramagiri" userId="cb81ef85-643a-444c-ab62-567c975ae8d3" providerId="ADAL" clId="{85564D11-E7DC-449D-A028-CD4C636CB413}" dt="2026-05-02T11:39:29.225" v="689" actId="26606"/>
          <ac:spMkLst>
            <pc:docMk/>
            <pc:sldMk cId="732611410" sldId="264"/>
            <ac:spMk id="15" creationId="{0EC38958-9A69-239A-BA79-2AEC73345F4B}"/>
          </ac:spMkLst>
        </pc:spChg>
        <pc:spChg chg="add">
          <ac:chgData name="Jaidhar Ramagiri" userId="cb81ef85-643a-444c-ab62-567c975ae8d3" providerId="ADAL" clId="{85564D11-E7DC-449D-A028-CD4C636CB413}" dt="2026-05-02T11:39:29.225" v="689" actId="26606"/>
          <ac:spMkLst>
            <pc:docMk/>
            <pc:sldMk cId="732611410" sldId="264"/>
            <ac:spMk id="17" creationId="{6EC109E5-0396-8968-4F42-DFEC280363B6}"/>
          </ac:spMkLst>
        </pc:spChg>
        <pc:spChg chg="add mod">
          <ac:chgData name="Jaidhar Ramagiri" userId="cb81ef85-643a-444c-ab62-567c975ae8d3" providerId="ADAL" clId="{85564D11-E7DC-449D-A028-CD4C636CB413}" dt="2026-05-02T13:45:32.055" v="845" actId="164"/>
          <ac:spMkLst>
            <pc:docMk/>
            <pc:sldMk cId="732611410" sldId="264"/>
            <ac:spMk id="21" creationId="{81B0B753-E2C0-4F12-0461-BF4A4A065A68}"/>
          </ac:spMkLst>
        </pc:spChg>
        <pc:spChg chg="add mod">
          <ac:chgData name="Jaidhar Ramagiri" userId="cb81ef85-643a-444c-ab62-567c975ae8d3" providerId="ADAL" clId="{85564D11-E7DC-449D-A028-CD4C636CB413}" dt="2026-05-02T13:45:47.957" v="859" actId="164"/>
          <ac:spMkLst>
            <pc:docMk/>
            <pc:sldMk cId="732611410" sldId="264"/>
            <ac:spMk id="24" creationId="{2C8CD598-320F-58B7-0BBC-D7F594C06A40}"/>
          </ac:spMkLst>
        </pc:spChg>
        <pc:grpChg chg="add mod">
          <ac:chgData name="Jaidhar Ramagiri" userId="cb81ef85-643a-444c-ab62-567c975ae8d3" providerId="ADAL" clId="{85564D11-E7DC-449D-A028-CD4C636CB413}" dt="2026-05-02T13:45:54.385" v="862" actId="1076"/>
          <ac:grpSpMkLst>
            <pc:docMk/>
            <pc:sldMk cId="732611410" sldId="264"/>
            <ac:grpSpMk id="13" creationId="{59710F20-5A48-9423-902A-8F6E54640861}"/>
          </ac:grpSpMkLst>
        </pc:grpChg>
        <pc:grpChg chg="add mod">
          <ac:chgData name="Jaidhar Ramagiri" userId="cb81ef85-643a-444c-ab62-567c975ae8d3" providerId="ADAL" clId="{85564D11-E7DC-449D-A028-CD4C636CB413}" dt="2026-05-02T13:45:56.695" v="864" actId="1076"/>
          <ac:grpSpMkLst>
            <pc:docMk/>
            <pc:sldMk cId="732611410" sldId="264"/>
            <ac:grpSpMk id="22" creationId="{5267F230-9357-165F-A45C-198ED21E51C1}"/>
          </ac:grpSpMkLst>
        </pc:grpChg>
        <pc:grpChg chg="add mod">
          <ac:chgData name="Jaidhar Ramagiri" userId="cb81ef85-643a-444c-ab62-567c975ae8d3" providerId="ADAL" clId="{85564D11-E7DC-449D-A028-CD4C636CB413}" dt="2026-05-02T13:45:55.255" v="863" actId="1076"/>
          <ac:grpSpMkLst>
            <pc:docMk/>
            <pc:sldMk cId="732611410" sldId="264"/>
            <ac:grpSpMk id="25" creationId="{E20F9C12-7415-10D5-9D1C-4F1B8EAA6B96}"/>
          </ac:grpSpMkLst>
        </pc:grpChg>
        <pc:picChg chg="add del mod">
          <ac:chgData name="Jaidhar Ramagiri" userId="cb81ef85-643a-444c-ab62-567c975ae8d3" providerId="ADAL" clId="{85564D11-E7DC-449D-A028-CD4C636CB413}" dt="2026-05-02T11:39:20.962" v="687" actId="478"/>
          <ac:picMkLst>
            <pc:docMk/>
            <pc:sldMk cId="732611410" sldId="264"/>
            <ac:picMk id="5" creationId="{EEEB8600-48A2-4C0B-FDA2-47EA4531CAAC}"/>
          </ac:picMkLst>
        </pc:picChg>
        <pc:picChg chg="del">
          <ac:chgData name="Jaidhar Ramagiri" userId="cb81ef85-643a-444c-ab62-567c975ae8d3" providerId="ADAL" clId="{85564D11-E7DC-449D-A028-CD4C636CB413}" dt="2026-05-02T11:33:19.586" v="619" actId="478"/>
          <ac:picMkLst>
            <pc:docMk/>
            <pc:sldMk cId="732611410" sldId="264"/>
            <ac:picMk id="6" creationId="{7865094C-0FFE-0DD2-B933-DCD5CDD17F13}"/>
          </ac:picMkLst>
        </pc:picChg>
        <pc:picChg chg="add mod">
          <ac:chgData name="Jaidhar Ramagiri" userId="cb81ef85-643a-444c-ab62-567c975ae8d3" providerId="ADAL" clId="{85564D11-E7DC-449D-A028-CD4C636CB413}" dt="2026-05-02T13:45:09.688" v="827"/>
          <ac:picMkLst>
            <pc:docMk/>
            <pc:sldMk cId="732611410" sldId="264"/>
            <ac:picMk id="8" creationId="{FD97F29D-FE91-5DB2-73A8-DA61475B7E65}"/>
          </ac:picMkLst>
        </pc:picChg>
        <pc:picChg chg="del mod">
          <ac:chgData name="Jaidhar Ramagiri" userId="cb81ef85-643a-444c-ab62-567c975ae8d3" providerId="ADAL" clId="{85564D11-E7DC-449D-A028-CD4C636CB413}" dt="2026-05-02T13:44:47.671" v="818" actId="478"/>
          <ac:picMkLst>
            <pc:docMk/>
            <pc:sldMk cId="732611410" sldId="264"/>
            <ac:picMk id="10" creationId="{CFD13501-0791-44A0-E3E5-4B88F2381670}"/>
          </ac:picMkLst>
        </pc:picChg>
        <pc:picChg chg="del">
          <ac:chgData name="Jaidhar Ramagiri" userId="cb81ef85-643a-444c-ab62-567c975ae8d3" providerId="ADAL" clId="{85564D11-E7DC-449D-A028-CD4C636CB413}" dt="2026-05-02T11:33:19.181" v="618" actId="478"/>
          <ac:picMkLst>
            <pc:docMk/>
            <pc:sldMk cId="732611410" sldId="264"/>
            <ac:picMk id="12" creationId="{8170D1A5-89D0-2FCA-2654-83B93BA2C448}"/>
          </ac:picMkLst>
        </pc:picChg>
        <pc:picChg chg="add mod">
          <ac:chgData name="Jaidhar Ramagiri" userId="cb81ef85-643a-444c-ab62-567c975ae8d3" providerId="ADAL" clId="{85564D11-E7DC-449D-A028-CD4C636CB413}" dt="2026-05-02T13:45:32.055" v="845" actId="164"/>
          <ac:picMkLst>
            <pc:docMk/>
            <pc:sldMk cId="732611410" sldId="264"/>
            <ac:picMk id="16" creationId="{752B6F5E-01D5-1443-42DE-F72A724A178B}"/>
          </ac:picMkLst>
        </pc:picChg>
        <pc:picChg chg="add mod">
          <ac:chgData name="Jaidhar Ramagiri" userId="cb81ef85-643a-444c-ab62-567c975ae8d3" providerId="ADAL" clId="{85564D11-E7DC-449D-A028-CD4C636CB413}" dt="2026-05-02T13:45:47.957" v="859" actId="164"/>
          <ac:picMkLst>
            <pc:docMk/>
            <pc:sldMk cId="732611410" sldId="264"/>
            <ac:picMk id="19" creationId="{EBE9BD30-1823-881F-65E6-D125EFE2C52E}"/>
          </ac:picMkLst>
        </pc:picChg>
      </pc:sldChg>
      <pc:sldChg chg="addSp delSp modSp new mod">
        <pc:chgData name="Jaidhar Ramagiri" userId="cb81ef85-643a-444c-ab62-567c975ae8d3" providerId="ADAL" clId="{85564D11-E7DC-449D-A028-CD4C636CB413}" dt="2026-05-02T18:16:15.357" v="1848" actId="20577"/>
        <pc:sldMkLst>
          <pc:docMk/>
          <pc:sldMk cId="2824262765" sldId="265"/>
        </pc:sldMkLst>
        <pc:spChg chg="mod">
          <ac:chgData name="Jaidhar Ramagiri" userId="cb81ef85-643a-444c-ab62-567c975ae8d3" providerId="ADAL" clId="{85564D11-E7DC-449D-A028-CD4C636CB413}" dt="2026-05-02T18:11:13.187" v="1776"/>
          <ac:spMkLst>
            <pc:docMk/>
            <pc:sldMk cId="2824262765" sldId="265"/>
            <ac:spMk id="2" creationId="{C3687FB3-EB06-04A6-D22B-D1AC1E6550CB}"/>
          </ac:spMkLst>
        </pc:spChg>
        <pc:spChg chg="del">
          <ac:chgData name="Jaidhar Ramagiri" userId="cb81ef85-643a-444c-ab62-567c975ae8d3" providerId="ADAL" clId="{85564D11-E7DC-449D-A028-CD4C636CB413}" dt="2026-05-02T11:33:28.253" v="623" actId="21"/>
          <ac:spMkLst>
            <pc:docMk/>
            <pc:sldMk cId="2824262765" sldId="265"/>
            <ac:spMk id="3" creationId="{4045F8AD-9A31-05B1-912C-02FEA38FFAB3}"/>
          </ac:spMkLst>
        </pc:spChg>
        <pc:spChg chg="add mod">
          <ac:chgData name="Jaidhar Ramagiri" userId="cb81ef85-643a-444c-ab62-567c975ae8d3" providerId="ADAL" clId="{85564D11-E7DC-449D-A028-CD4C636CB413}" dt="2026-05-02T18:16:15.357" v="1848" actId="20577"/>
          <ac:spMkLst>
            <pc:docMk/>
            <pc:sldMk cId="2824262765" sldId="265"/>
            <ac:spMk id="4" creationId="{4045F8AD-9A31-05B1-912C-02FEA38FFAB3}"/>
          </ac:spMkLst>
        </pc:spChg>
      </pc:sldChg>
      <pc:sldChg chg="addSp delSp modSp add mod ord">
        <pc:chgData name="Jaidhar Ramagiri" userId="cb81ef85-643a-444c-ab62-567c975ae8d3" providerId="ADAL" clId="{85564D11-E7DC-449D-A028-CD4C636CB413}" dt="2026-05-02T13:46:10.125" v="870" actId="1076"/>
        <pc:sldMkLst>
          <pc:docMk/>
          <pc:sldMk cId="676595703" sldId="266"/>
        </pc:sldMkLst>
        <pc:spChg chg="mod">
          <ac:chgData name="Jaidhar Ramagiri" userId="cb81ef85-643a-444c-ab62-567c975ae8d3" providerId="ADAL" clId="{85564D11-E7DC-449D-A028-CD4C636CB413}" dt="2026-05-02T13:37:57.149" v="708"/>
          <ac:spMkLst>
            <pc:docMk/>
            <pc:sldMk cId="676595703" sldId="266"/>
            <ac:spMk id="2" creationId="{73EECFCF-021E-D72D-0B8A-E8CA390EF1CD}"/>
          </ac:spMkLst>
        </pc:spChg>
        <pc:picChg chg="add mod">
          <ac:chgData name="Jaidhar Ramagiri" userId="cb81ef85-643a-444c-ab62-567c975ae8d3" providerId="ADAL" clId="{85564D11-E7DC-449D-A028-CD4C636CB413}" dt="2026-05-02T13:46:10.125" v="870" actId="1076"/>
          <ac:picMkLst>
            <pc:docMk/>
            <pc:sldMk cId="676595703" sldId="266"/>
            <ac:picMk id="4" creationId="{742D88AE-25D7-A837-EEEA-CF8835109C96}"/>
          </ac:picMkLst>
        </pc:picChg>
        <pc:picChg chg="del">
          <ac:chgData name="Jaidhar Ramagiri" userId="cb81ef85-643a-444c-ab62-567c975ae8d3" providerId="ADAL" clId="{85564D11-E7DC-449D-A028-CD4C636CB413}" dt="2026-05-02T13:37:21.712" v="698" actId="478"/>
          <ac:picMkLst>
            <pc:docMk/>
            <pc:sldMk cId="676595703" sldId="266"/>
            <ac:picMk id="6" creationId="{28CE5198-653D-8A06-E834-80AF2642C7FD}"/>
          </ac:picMkLst>
        </pc:picChg>
        <pc:picChg chg="add mod">
          <ac:chgData name="Jaidhar Ramagiri" userId="cb81ef85-643a-444c-ab62-567c975ae8d3" providerId="ADAL" clId="{85564D11-E7DC-449D-A028-CD4C636CB413}" dt="2026-05-02T13:46:05.325" v="867" actId="1076"/>
          <ac:picMkLst>
            <pc:docMk/>
            <pc:sldMk cId="676595703" sldId="266"/>
            <ac:picMk id="7" creationId="{5E5907C4-0EFA-7891-A404-F3AB286CDCCE}"/>
          </ac:picMkLst>
        </pc:picChg>
        <pc:picChg chg="del">
          <ac:chgData name="Jaidhar Ramagiri" userId="cb81ef85-643a-444c-ab62-567c975ae8d3" providerId="ADAL" clId="{85564D11-E7DC-449D-A028-CD4C636CB413}" dt="2026-05-02T13:37:20.197" v="697" actId="478"/>
          <ac:picMkLst>
            <pc:docMk/>
            <pc:sldMk cId="676595703" sldId="266"/>
            <ac:picMk id="12" creationId="{2C919A2A-FB0D-CBF4-32BF-439C3F1F9115}"/>
          </ac:picMkLst>
        </pc:picChg>
      </pc:sldChg>
      <pc:sldChg chg="addSp delSp modSp add mod ord">
        <pc:chgData name="Jaidhar Ramagiri" userId="cb81ef85-643a-444c-ab62-567c975ae8d3" providerId="ADAL" clId="{85564D11-E7DC-449D-A028-CD4C636CB413}" dt="2026-05-02T18:35:23.846" v="1974" actId="1076"/>
        <pc:sldMkLst>
          <pc:docMk/>
          <pc:sldMk cId="3690598062" sldId="267"/>
        </pc:sldMkLst>
        <pc:spChg chg="mod">
          <ac:chgData name="Jaidhar Ramagiri" userId="cb81ef85-643a-444c-ab62-567c975ae8d3" providerId="ADAL" clId="{85564D11-E7DC-449D-A028-CD4C636CB413}" dt="2026-05-02T13:42:25.883" v="790" actId="26606"/>
          <ac:spMkLst>
            <pc:docMk/>
            <pc:sldMk cId="3690598062" sldId="267"/>
            <ac:spMk id="2" creationId="{EFEFB72D-51E8-B243-BA6D-0B5BB148C2EB}"/>
          </ac:spMkLst>
        </pc:spChg>
        <pc:spChg chg="mod">
          <ac:chgData name="Jaidhar Ramagiri" userId="cb81ef85-643a-444c-ab62-567c975ae8d3" providerId="ADAL" clId="{85564D11-E7DC-449D-A028-CD4C636CB413}" dt="2026-05-02T13:43:04.758" v="795" actId="1076"/>
          <ac:spMkLst>
            <pc:docMk/>
            <pc:sldMk cId="3690598062" sldId="267"/>
            <ac:spMk id="3" creationId="{3BABE6FD-C829-E8C5-EC43-F016603D166F}"/>
          </ac:spMkLst>
        </pc:spChg>
        <pc:spChg chg="add del mod">
          <ac:chgData name="Jaidhar Ramagiri" userId="cb81ef85-643a-444c-ab62-567c975ae8d3" providerId="ADAL" clId="{85564D11-E7DC-449D-A028-CD4C636CB413}" dt="2026-05-02T13:38:58.266" v="735" actId="478"/>
          <ac:spMkLst>
            <pc:docMk/>
            <pc:sldMk cId="3690598062" sldId="267"/>
            <ac:spMk id="6" creationId="{10B629BD-382D-12A8-9C15-0DC1FAB0A794}"/>
          </ac:spMkLst>
        </pc:spChg>
        <pc:spChg chg="add del">
          <ac:chgData name="Jaidhar Ramagiri" userId="cb81ef85-643a-444c-ab62-567c975ae8d3" providerId="ADAL" clId="{85564D11-E7DC-449D-A028-CD4C636CB413}" dt="2026-05-02T13:39:01.966" v="737" actId="22"/>
          <ac:spMkLst>
            <pc:docMk/>
            <pc:sldMk cId="3690598062" sldId="267"/>
            <ac:spMk id="8" creationId="{5E6AB385-C3F7-7980-158D-7636A03798EB}"/>
          </ac:spMkLst>
        </pc:spChg>
        <pc:spChg chg="add mod">
          <ac:chgData name="Jaidhar Ramagiri" userId="cb81ef85-643a-444c-ab62-567c975ae8d3" providerId="ADAL" clId="{85564D11-E7DC-449D-A028-CD4C636CB413}" dt="2026-05-02T13:39:26.856" v="753" actId="164"/>
          <ac:spMkLst>
            <pc:docMk/>
            <pc:sldMk cId="3690598062" sldId="267"/>
            <ac:spMk id="11" creationId="{E67B3AA8-E497-5560-15BE-49A93C148867}"/>
          </ac:spMkLst>
        </pc:spChg>
        <pc:spChg chg="add del">
          <ac:chgData name="Jaidhar Ramagiri" userId="cb81ef85-643a-444c-ab62-567c975ae8d3" providerId="ADAL" clId="{85564D11-E7DC-449D-A028-CD4C636CB413}" dt="2026-05-02T13:42:25.883" v="790" actId="26606"/>
          <ac:spMkLst>
            <pc:docMk/>
            <pc:sldMk cId="3690598062" sldId="267"/>
            <ac:spMk id="15" creationId="{08163B12-9262-3722-B578-D6A0F4B2210A}"/>
          </ac:spMkLst>
        </pc:spChg>
        <pc:spChg chg="add del">
          <ac:chgData name="Jaidhar Ramagiri" userId="cb81ef85-643a-444c-ab62-567c975ae8d3" providerId="ADAL" clId="{85564D11-E7DC-449D-A028-CD4C636CB413}" dt="2026-05-02T13:42:25.883" v="790" actId="26606"/>
          <ac:spMkLst>
            <pc:docMk/>
            <pc:sldMk cId="3690598062" sldId="267"/>
            <ac:spMk id="17" creationId="{F4247C04-F131-EA8F-E1E3-7AEB0B24BE35}"/>
          </ac:spMkLst>
        </pc:spChg>
        <pc:spChg chg="add mod">
          <ac:chgData name="Jaidhar Ramagiri" userId="cb81ef85-643a-444c-ab62-567c975ae8d3" providerId="ADAL" clId="{85564D11-E7DC-449D-A028-CD4C636CB413}" dt="2026-05-02T13:40:09.566" v="766" actId="164"/>
          <ac:spMkLst>
            <pc:docMk/>
            <pc:sldMk cId="3690598062" sldId="267"/>
            <ac:spMk id="18" creationId="{BAF53A55-9627-4025-E78A-EFB26C379B25}"/>
          </ac:spMkLst>
        </pc:spChg>
        <pc:spChg chg="add mod">
          <ac:chgData name="Jaidhar Ramagiri" userId="cb81ef85-643a-444c-ab62-567c975ae8d3" providerId="ADAL" clId="{85564D11-E7DC-449D-A028-CD4C636CB413}" dt="2026-05-02T13:42:14.686" v="788" actId="14100"/>
          <ac:spMkLst>
            <pc:docMk/>
            <pc:sldMk cId="3690598062" sldId="267"/>
            <ac:spMk id="21" creationId="{D11929B0-96F9-59D2-95F5-8D15A2C44979}"/>
          </ac:spMkLst>
        </pc:spChg>
        <pc:spChg chg="add del">
          <ac:chgData name="Jaidhar Ramagiri" userId="cb81ef85-643a-444c-ab62-567c975ae8d3" providerId="ADAL" clId="{85564D11-E7DC-449D-A028-CD4C636CB413}" dt="2026-05-02T13:42:25.883" v="790" actId="26606"/>
          <ac:spMkLst>
            <pc:docMk/>
            <pc:sldMk cId="3690598062" sldId="267"/>
            <ac:spMk id="29" creationId="{9EE42DCE-4A4F-44C4-84E5-261B3BEEF1DA}"/>
          </ac:spMkLst>
        </pc:spChg>
        <pc:spChg chg="add del">
          <ac:chgData name="Jaidhar Ramagiri" userId="cb81ef85-643a-444c-ab62-567c975ae8d3" providerId="ADAL" clId="{85564D11-E7DC-449D-A028-CD4C636CB413}" dt="2026-05-02T13:42:25.883" v="790" actId="26606"/>
          <ac:spMkLst>
            <pc:docMk/>
            <pc:sldMk cId="3690598062" sldId="267"/>
            <ac:spMk id="31" creationId="{E0F94F4B-6F7A-4270-95A8-469411C14A86}"/>
          </ac:spMkLst>
        </pc:spChg>
        <pc:grpChg chg="add mod">
          <ac:chgData name="Jaidhar Ramagiri" userId="cb81ef85-643a-444c-ab62-567c975ae8d3" providerId="ADAL" clId="{85564D11-E7DC-449D-A028-CD4C636CB413}" dt="2026-05-02T13:43:17.668" v="803" actId="1076"/>
          <ac:grpSpMkLst>
            <pc:docMk/>
            <pc:sldMk cId="3690598062" sldId="267"/>
            <ac:grpSpMk id="12" creationId="{0B45A9A0-525B-BF83-48F5-E49BB6ED9AD6}"/>
          </ac:grpSpMkLst>
        </pc:grpChg>
        <pc:grpChg chg="add mod">
          <ac:chgData name="Jaidhar Ramagiri" userId="cb81ef85-643a-444c-ab62-567c975ae8d3" providerId="ADAL" clId="{85564D11-E7DC-449D-A028-CD4C636CB413}" dt="2026-05-02T13:43:19.996" v="804" actId="1076"/>
          <ac:grpSpMkLst>
            <pc:docMk/>
            <pc:sldMk cId="3690598062" sldId="267"/>
            <ac:grpSpMk id="19" creationId="{7DBDDCB5-1A9F-B548-71B9-311399DA749F}"/>
          </ac:grpSpMkLst>
        </pc:grpChg>
        <pc:grpChg chg="add mod">
          <ac:chgData name="Jaidhar Ramagiri" userId="cb81ef85-643a-444c-ab62-567c975ae8d3" providerId="ADAL" clId="{85564D11-E7DC-449D-A028-CD4C636CB413}" dt="2026-05-02T18:35:23.846" v="1974" actId="1076"/>
          <ac:grpSpMkLst>
            <pc:docMk/>
            <pc:sldMk cId="3690598062" sldId="267"/>
            <ac:grpSpMk id="24" creationId="{DEFED278-EBBF-E15E-53F4-089AB6A4AECA}"/>
          </ac:grpSpMkLst>
        </pc:grpChg>
        <pc:picChg chg="add mod">
          <ac:chgData name="Jaidhar Ramagiri" userId="cb81ef85-643a-444c-ab62-567c975ae8d3" providerId="ADAL" clId="{85564D11-E7DC-449D-A028-CD4C636CB413}" dt="2026-05-02T13:39:26.856" v="753" actId="164"/>
          <ac:picMkLst>
            <pc:docMk/>
            <pc:sldMk cId="3690598062" sldId="267"/>
            <ac:picMk id="5" creationId="{8BD9BEA4-474D-8441-BE46-6A425FBDDC3B}"/>
          </ac:picMkLst>
        </pc:picChg>
        <pc:picChg chg="del">
          <ac:chgData name="Jaidhar Ramagiri" userId="cb81ef85-643a-444c-ab62-567c975ae8d3" providerId="ADAL" clId="{85564D11-E7DC-449D-A028-CD4C636CB413}" dt="2026-05-02T13:38:32.927" v="713" actId="478"/>
          <ac:picMkLst>
            <pc:docMk/>
            <pc:sldMk cId="3690598062" sldId="267"/>
            <ac:picMk id="10" creationId="{06498FAF-FE14-0FFD-2E9D-25411A611BD9}"/>
          </ac:picMkLst>
        </pc:picChg>
        <pc:picChg chg="add mod">
          <ac:chgData name="Jaidhar Ramagiri" userId="cb81ef85-643a-444c-ab62-567c975ae8d3" providerId="ADAL" clId="{85564D11-E7DC-449D-A028-CD4C636CB413}" dt="2026-05-02T13:40:09.566" v="766" actId="164"/>
          <ac:picMkLst>
            <pc:docMk/>
            <pc:sldMk cId="3690598062" sldId="267"/>
            <ac:picMk id="14" creationId="{1556C702-7A68-434D-77D5-9C86549B538A}"/>
          </ac:picMkLst>
        </pc:picChg>
        <pc:picChg chg="add mod">
          <ac:chgData name="Jaidhar Ramagiri" userId="cb81ef85-643a-444c-ab62-567c975ae8d3" providerId="ADAL" clId="{85564D11-E7DC-449D-A028-CD4C636CB413}" dt="2026-05-02T13:42:05.258" v="785" actId="164"/>
          <ac:picMkLst>
            <pc:docMk/>
            <pc:sldMk cId="3690598062" sldId="267"/>
            <ac:picMk id="23" creationId="{BE9F6572-538E-427B-1932-EEA54DB96B84}"/>
          </ac:picMkLst>
        </pc:picChg>
      </pc:sldChg>
      <pc:sldChg chg="addSp delSp modSp new mod setBg modClrScheme setClrOvrMap chgLayout">
        <pc:chgData name="Jaidhar Ramagiri" userId="cb81ef85-643a-444c-ab62-567c975ae8d3" providerId="ADAL" clId="{85564D11-E7DC-449D-A028-CD4C636CB413}" dt="2026-05-02T13:51:50.096" v="926" actId="20577"/>
        <pc:sldMkLst>
          <pc:docMk/>
          <pc:sldMk cId="3678985275" sldId="268"/>
        </pc:sldMkLst>
        <pc:spChg chg="mod ord">
          <ac:chgData name="Jaidhar Ramagiri" userId="cb81ef85-643a-444c-ab62-567c975ae8d3" providerId="ADAL" clId="{85564D11-E7DC-449D-A028-CD4C636CB413}" dt="2026-05-02T13:51:50.096" v="926" actId="20577"/>
          <ac:spMkLst>
            <pc:docMk/>
            <pc:sldMk cId="3678985275" sldId="268"/>
            <ac:spMk id="2" creationId="{6CC7FCD1-71F6-F29F-2813-00FE1773D9BD}"/>
          </ac:spMkLst>
        </pc:spChg>
        <pc:spChg chg="del">
          <ac:chgData name="Jaidhar Ramagiri" userId="cb81ef85-643a-444c-ab62-567c975ae8d3" providerId="ADAL" clId="{85564D11-E7DC-449D-A028-CD4C636CB413}" dt="2026-05-02T13:46:44.325" v="872" actId="478"/>
          <ac:spMkLst>
            <pc:docMk/>
            <pc:sldMk cId="3678985275" sldId="268"/>
            <ac:spMk id="3" creationId="{ABB2BE50-216C-897E-9AD4-F939F1AD74B2}"/>
          </ac:spMkLst>
        </pc:spChg>
        <pc:spChg chg="add del mod ord">
          <ac:chgData name="Jaidhar Ramagiri" userId="cb81ef85-643a-444c-ab62-567c975ae8d3" providerId="ADAL" clId="{85564D11-E7DC-449D-A028-CD4C636CB413}" dt="2026-05-02T13:47:26.147" v="875" actId="478"/>
          <ac:spMkLst>
            <pc:docMk/>
            <pc:sldMk cId="3678985275" sldId="268"/>
            <ac:spMk id="4" creationId="{15C20AB5-E5A2-CC00-A8CA-9F8C249FA0C9}"/>
          </ac:spMkLst>
        </pc:spChg>
        <pc:spChg chg="add del mod">
          <ac:chgData name="Jaidhar Ramagiri" userId="cb81ef85-643a-444c-ab62-567c975ae8d3" providerId="ADAL" clId="{85564D11-E7DC-449D-A028-CD4C636CB413}" dt="2026-05-02T13:47:52.275" v="881" actId="478"/>
          <ac:spMkLst>
            <pc:docMk/>
            <pc:sldMk cId="3678985275" sldId="268"/>
            <ac:spMk id="5" creationId="{9A613162-4454-F77B-8FA6-7403533A0D71}"/>
          </ac:spMkLst>
        </pc:spChg>
        <pc:spChg chg="add mod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7" creationId="{F267B305-0D91-A393-F0BB-660087B5C8FB}"/>
          </ac:spMkLst>
        </pc:spChg>
        <pc:spChg chg="add del">
          <ac:chgData name="Jaidhar Ramagiri" userId="cb81ef85-643a-444c-ab62-567c975ae8d3" providerId="ADAL" clId="{85564D11-E7DC-449D-A028-CD4C636CB413}" dt="2026-05-02T13:50:16.844" v="918" actId="26606"/>
          <ac:spMkLst>
            <pc:docMk/>
            <pc:sldMk cId="3678985275" sldId="268"/>
            <ac:spMk id="8" creationId="{774A975B-A886-5202-0489-6965514A0D14}"/>
          </ac:spMkLst>
        </pc:spChg>
        <pc:spChg chg="add del">
          <ac:chgData name="Jaidhar Ramagiri" userId="cb81ef85-643a-444c-ab62-567c975ae8d3" providerId="ADAL" clId="{85564D11-E7DC-449D-A028-CD4C636CB413}" dt="2026-05-02T13:50:16.844" v="918" actId="26606"/>
          <ac:spMkLst>
            <pc:docMk/>
            <pc:sldMk cId="3678985275" sldId="268"/>
            <ac:spMk id="10" creationId="{EA67E988-5919-57BB-C7DE-D3EAD38A3045}"/>
          </ac:spMkLst>
        </pc:spChg>
        <pc:spChg chg="add del">
          <ac:chgData name="Jaidhar Ramagiri" userId="cb81ef85-643a-444c-ab62-567c975ae8d3" providerId="ADAL" clId="{85564D11-E7DC-449D-A028-CD4C636CB413}" dt="2026-05-02T13:50:16.844" v="918" actId="26606"/>
          <ac:spMkLst>
            <pc:docMk/>
            <pc:sldMk cId="3678985275" sldId="268"/>
            <ac:spMk id="12" creationId="{E20BB609-EF92-42DB-836C-0699A590B5CF}"/>
          </ac:spMkLst>
        </pc:spChg>
        <pc:spChg chg="add">
          <ac:chgData name="Jaidhar Ramagiri" userId="cb81ef85-643a-444c-ab62-567c975ae8d3" providerId="ADAL" clId="{85564D11-E7DC-449D-A028-CD4C636CB413}" dt="2026-05-02T13:50:11.554" v="916" actId="26606"/>
          <ac:spMkLst>
            <pc:docMk/>
            <pc:sldMk cId="3678985275" sldId="268"/>
            <ac:spMk id="14" creationId="{ECF0998E-D577-43EA-A7B8-E3EC67F75955}"/>
          </ac:spMkLst>
        </pc:spChg>
        <pc:spChg chg="add">
          <ac:chgData name="Jaidhar Ramagiri" userId="cb81ef85-643a-444c-ab62-567c975ae8d3" providerId="ADAL" clId="{85564D11-E7DC-449D-A028-CD4C636CB413}" dt="2026-05-02T13:50:11.554" v="916" actId="26606"/>
          <ac:spMkLst>
            <pc:docMk/>
            <pc:sldMk cId="3678985275" sldId="268"/>
            <ac:spMk id="16" creationId="{B2C335F7-F61C-4EB4-80F2-4B1438FE66BB}"/>
          </ac:spMkLst>
        </pc:spChg>
        <pc:spChg chg="add del">
          <ac:chgData name="Jaidhar Ramagiri" userId="cb81ef85-643a-444c-ab62-567c975ae8d3" providerId="ADAL" clId="{85564D11-E7DC-449D-A028-CD4C636CB413}" dt="2026-05-02T13:50:16.844" v="918" actId="26606"/>
          <ac:spMkLst>
            <pc:docMk/>
            <pc:sldMk cId="3678985275" sldId="268"/>
            <ac:spMk id="18" creationId="{E7DC364D-882B-4786-89FB-1703C1A5CFF0}"/>
          </ac:spMkLst>
        </pc:spChg>
        <pc:spChg chg="add del">
          <ac:chgData name="Jaidhar Ramagiri" userId="cb81ef85-643a-444c-ab62-567c975ae8d3" providerId="ADAL" clId="{85564D11-E7DC-449D-A028-CD4C636CB413}" dt="2026-05-02T13:50:16.844" v="918" actId="26606"/>
          <ac:spMkLst>
            <pc:docMk/>
            <pc:sldMk cId="3678985275" sldId="268"/>
            <ac:spMk id="20" creationId="{F1189494-2B67-46D2-93D6-A122A09BF6B2}"/>
          </ac:spMkLst>
        </pc:spChg>
        <pc:spChg chg="add">
          <ac:chgData name="Jaidhar Ramagiri" userId="cb81ef85-643a-444c-ab62-567c975ae8d3" providerId="ADAL" clId="{85564D11-E7DC-449D-A028-CD4C636CB413}" dt="2026-05-02T13:50:16.844" v="918" actId="26606"/>
          <ac:spMkLst>
            <pc:docMk/>
            <pc:sldMk cId="3678985275" sldId="268"/>
            <ac:spMk id="26" creationId="{774A975B-A886-5202-0489-6965514A0D14}"/>
          </ac:spMkLst>
        </pc:spChg>
        <pc:spChg chg="add">
          <ac:chgData name="Jaidhar Ramagiri" userId="cb81ef85-643a-444c-ab62-567c975ae8d3" providerId="ADAL" clId="{85564D11-E7DC-449D-A028-CD4C636CB413}" dt="2026-05-02T13:50:16.844" v="918" actId="26606"/>
          <ac:spMkLst>
            <pc:docMk/>
            <pc:sldMk cId="3678985275" sldId="268"/>
            <ac:spMk id="28" creationId="{EA67E988-5919-57BB-C7DE-D3EAD38A3045}"/>
          </ac:spMkLst>
        </pc:spChg>
        <pc:spChg chg="add del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30" creationId="{8BEC44CD-E290-4D60-A056-5BA05B182AC3}"/>
          </ac:spMkLst>
        </pc:spChg>
        <pc:spChg chg="add del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32" creationId="{B2C335F7-F61C-4EB4-80F2-4B1438FE66BB}"/>
          </ac:spMkLst>
        </pc:spChg>
        <pc:spChg chg="add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39" creationId="{774A975B-A886-5202-0489-6965514A0D14}"/>
          </ac:spMkLst>
        </pc:spChg>
        <pc:spChg chg="add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41" creationId="{EA67E988-5919-57BB-C7DE-D3EAD38A3045}"/>
          </ac:spMkLst>
        </pc:spChg>
        <pc:spChg chg="add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43" creationId="{E20BB609-EF92-42DB-836C-0699A590B5CF}"/>
          </ac:spMkLst>
        </pc:spChg>
        <pc:spChg chg="add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45" creationId="{ECF0998E-D577-43EA-A7B8-E3EC67F75955}"/>
          </ac:spMkLst>
        </pc:spChg>
        <pc:spChg chg="add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47" creationId="{B2C335F7-F61C-4EB4-80F2-4B1438FE66BB}"/>
          </ac:spMkLst>
        </pc:spChg>
        <pc:spChg chg="add">
          <ac:chgData name="Jaidhar Ramagiri" userId="cb81ef85-643a-444c-ab62-567c975ae8d3" providerId="ADAL" clId="{85564D11-E7DC-449D-A028-CD4C636CB413}" dt="2026-05-02T13:51:12.994" v="923" actId="26606"/>
          <ac:spMkLst>
            <pc:docMk/>
            <pc:sldMk cId="3678985275" sldId="268"/>
            <ac:spMk id="49" creationId="{E7DC364D-882B-4786-89FB-1703C1A5CFF0}"/>
          </ac:spMkLst>
        </pc:spChg>
        <pc:picChg chg="add del">
          <ac:chgData name="Jaidhar Ramagiri" userId="cb81ef85-643a-444c-ab62-567c975ae8d3" providerId="ADAL" clId="{85564D11-E7DC-449D-A028-CD4C636CB413}" dt="2026-05-02T13:50:14.014" v="917" actId="478"/>
          <ac:picMkLst>
            <pc:docMk/>
            <pc:sldMk cId="3678985275" sldId="268"/>
            <ac:picMk id="6" creationId="{65359FD1-4223-1EC7-B1D0-5CBBC8D4B1EF}"/>
          </ac:picMkLst>
        </pc:picChg>
        <pc:picChg chg="add del mod">
          <ac:chgData name="Jaidhar Ramagiri" userId="cb81ef85-643a-444c-ab62-567c975ae8d3" providerId="ADAL" clId="{85564D11-E7DC-449D-A028-CD4C636CB413}" dt="2026-05-02T13:51:09.774" v="922" actId="14826"/>
          <ac:picMkLst>
            <pc:docMk/>
            <pc:sldMk cId="3678985275" sldId="268"/>
            <ac:picMk id="22" creationId="{38368FD6-AFA8-4A60-DFCF-3616DA14F41F}"/>
          </ac:picMkLst>
        </pc:picChg>
        <pc:picChg chg="add mod">
          <ac:chgData name="Jaidhar Ramagiri" userId="cb81ef85-643a-444c-ab62-567c975ae8d3" providerId="ADAL" clId="{85564D11-E7DC-449D-A028-CD4C636CB413}" dt="2026-05-02T13:50:28.224" v="920"/>
          <ac:picMkLst>
            <pc:docMk/>
            <pc:sldMk cId="3678985275" sldId="268"/>
            <ac:picMk id="4098" creationId="{9E8BAAE3-CD78-68DA-206F-CD554B375943}"/>
          </ac:picMkLst>
        </pc:picChg>
      </pc:sldChg>
      <pc:sldChg chg="addSp delSp modSp add mod ord">
        <pc:chgData name="Jaidhar Ramagiri" userId="cb81ef85-643a-444c-ab62-567c975ae8d3" providerId="ADAL" clId="{85564D11-E7DC-449D-A028-CD4C636CB413}" dt="2026-05-02T13:56:46.253" v="1174" actId="14100"/>
        <pc:sldMkLst>
          <pc:docMk/>
          <pc:sldMk cId="415893765" sldId="269"/>
        </pc:sldMkLst>
        <pc:spChg chg="mod">
          <ac:chgData name="Jaidhar Ramagiri" userId="cb81ef85-643a-444c-ab62-567c975ae8d3" providerId="ADAL" clId="{85564D11-E7DC-449D-A028-CD4C636CB413}" dt="2026-05-02T13:56:46.253" v="1174" actId="14100"/>
          <ac:spMkLst>
            <pc:docMk/>
            <pc:sldMk cId="415893765" sldId="269"/>
            <ac:spMk id="2" creationId="{6B781869-91BB-8B6F-550A-C4945705847F}"/>
          </ac:spMkLst>
        </pc:spChg>
        <pc:spChg chg="add mod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3" creationId="{EDFB3A62-7F65-8EDD-EB2A-25D305725953}"/>
          </ac:spMkLst>
        </pc:spChg>
        <pc:spChg chg="mod">
          <ac:chgData name="Jaidhar Ramagiri" userId="cb81ef85-643a-444c-ab62-567c975ae8d3" providerId="ADAL" clId="{85564D11-E7DC-449D-A028-CD4C636CB413}" dt="2026-05-02T13:53:13.794" v="938" actId="26606"/>
          <ac:spMkLst>
            <pc:docMk/>
            <pc:sldMk cId="415893765" sldId="269"/>
            <ac:spMk id="7" creationId="{EBDA608E-029F-0A81-26F6-0CECDD69B29B}"/>
          </ac:spMkLst>
        </pc:spChg>
        <pc:spChg chg="add del">
          <ac:chgData name="Jaidhar Ramagiri" userId="cb81ef85-643a-444c-ab62-567c975ae8d3" providerId="ADAL" clId="{85564D11-E7DC-449D-A028-CD4C636CB413}" dt="2026-05-02T13:53:13.783" v="937" actId="26606"/>
          <ac:spMkLst>
            <pc:docMk/>
            <pc:sldMk cId="415893765" sldId="269"/>
            <ac:spMk id="39" creationId="{0AD36969-346A-8595-E124-562A34D29ACD}"/>
          </ac:spMkLst>
        </pc:spChg>
        <pc:spChg chg="add del">
          <ac:chgData name="Jaidhar Ramagiri" userId="cb81ef85-643a-444c-ab62-567c975ae8d3" providerId="ADAL" clId="{85564D11-E7DC-449D-A028-CD4C636CB413}" dt="2026-05-02T13:53:13.794" v="938" actId="26606"/>
          <ac:spMkLst>
            <pc:docMk/>
            <pc:sldMk cId="415893765" sldId="269"/>
            <ac:spMk id="41" creationId="{3AF49B24-CF2C-E1AA-7443-F1F0AB89BFB4}"/>
          </ac:spMkLst>
        </pc:spChg>
        <pc:spChg chg="add del">
          <ac:chgData name="Jaidhar Ramagiri" userId="cb81ef85-643a-444c-ab62-567c975ae8d3" providerId="ADAL" clId="{85564D11-E7DC-449D-A028-CD4C636CB413}" dt="2026-05-02T13:53:13.794" v="938" actId="26606"/>
          <ac:spMkLst>
            <pc:docMk/>
            <pc:sldMk cId="415893765" sldId="269"/>
            <ac:spMk id="45" creationId="{90B7044B-AD33-496D-5A84-59BBDDCC4BEB}"/>
          </ac:spMkLst>
        </pc:spChg>
        <pc:spChg chg="add del">
          <ac:chgData name="Jaidhar Ramagiri" userId="cb81ef85-643a-444c-ab62-567c975ae8d3" providerId="ADAL" clId="{85564D11-E7DC-449D-A028-CD4C636CB413}" dt="2026-05-02T13:53:13.794" v="938" actId="26606"/>
          <ac:spMkLst>
            <pc:docMk/>
            <pc:sldMk cId="415893765" sldId="269"/>
            <ac:spMk id="47" creationId="{6644B72E-1B27-2B97-DBA4-A5233E38B5B8}"/>
          </ac:spMkLst>
        </pc:spChg>
        <pc:spChg chg="add del">
          <ac:chgData name="Jaidhar Ramagiri" userId="cb81ef85-643a-444c-ab62-567c975ae8d3" providerId="ADAL" clId="{85564D11-E7DC-449D-A028-CD4C636CB413}" dt="2026-05-02T13:53:13.794" v="938" actId="26606"/>
          <ac:spMkLst>
            <pc:docMk/>
            <pc:sldMk cId="415893765" sldId="269"/>
            <ac:spMk id="49" creationId="{2FEFF0A7-B32C-6098-C9A5-D9A6F7828CAB}"/>
          </ac:spMkLst>
        </pc:spChg>
        <pc:spChg chg="add del">
          <ac:chgData name="Jaidhar Ramagiri" userId="cb81ef85-643a-444c-ab62-567c975ae8d3" providerId="ADAL" clId="{85564D11-E7DC-449D-A028-CD4C636CB413}" dt="2026-05-02T13:53:13.783" v="937" actId="26606"/>
          <ac:spMkLst>
            <pc:docMk/>
            <pc:sldMk cId="415893765" sldId="269"/>
            <ac:spMk id="57" creationId="{774A975B-A886-5202-0489-6965514A0D14}"/>
          </ac:spMkLst>
        </pc:spChg>
        <pc:spChg chg="add del">
          <ac:chgData name="Jaidhar Ramagiri" userId="cb81ef85-643a-444c-ab62-567c975ae8d3" providerId="ADAL" clId="{85564D11-E7DC-449D-A028-CD4C636CB413}" dt="2026-05-02T13:53:13.783" v="937" actId="26606"/>
          <ac:spMkLst>
            <pc:docMk/>
            <pc:sldMk cId="415893765" sldId="269"/>
            <ac:spMk id="61" creationId="{8BEC44CD-E290-4D60-A056-5BA05B182AC3}"/>
          </ac:spMkLst>
        </pc:spChg>
        <pc:spChg chg="add del">
          <ac:chgData name="Jaidhar Ramagiri" userId="cb81ef85-643a-444c-ab62-567c975ae8d3" providerId="ADAL" clId="{85564D11-E7DC-449D-A028-CD4C636CB413}" dt="2026-05-02T13:53:13.783" v="937" actId="26606"/>
          <ac:spMkLst>
            <pc:docMk/>
            <pc:sldMk cId="415893765" sldId="269"/>
            <ac:spMk id="63" creationId="{B2C335F7-F61C-4EB4-80F2-4B1438FE66BB}"/>
          </ac:spMkLst>
        </pc:spChg>
        <pc:spChg chg="add del">
          <ac:chgData name="Jaidhar Ramagiri" userId="cb81ef85-643a-444c-ab62-567c975ae8d3" providerId="ADAL" clId="{85564D11-E7DC-449D-A028-CD4C636CB413}" dt="2026-05-02T13:56:17.645" v="1170" actId="26606"/>
          <ac:spMkLst>
            <pc:docMk/>
            <pc:sldMk cId="415893765" sldId="269"/>
            <ac:spMk id="68" creationId="{EA67E988-5919-57BB-C7DE-D3EAD38A3045}"/>
          </ac:spMkLst>
        </pc:spChg>
        <pc:spChg chg="add del">
          <ac:chgData name="Jaidhar Ramagiri" userId="cb81ef85-643a-444c-ab62-567c975ae8d3" providerId="ADAL" clId="{85564D11-E7DC-449D-A028-CD4C636CB413}" dt="2026-05-02T13:56:17.645" v="1170" actId="26606"/>
          <ac:spMkLst>
            <pc:docMk/>
            <pc:sldMk cId="415893765" sldId="269"/>
            <ac:spMk id="69" creationId="{33E93247-6229-44AB-A550-739E971E690B}"/>
          </ac:spMkLst>
        </pc:spChg>
        <pc:spChg chg="add del">
          <ac:chgData name="Jaidhar Ramagiri" userId="cb81ef85-643a-444c-ab62-567c975ae8d3" providerId="ADAL" clId="{85564D11-E7DC-449D-A028-CD4C636CB413}" dt="2026-05-02T13:56:17.645" v="1170" actId="26606"/>
          <ac:spMkLst>
            <pc:docMk/>
            <pc:sldMk cId="415893765" sldId="269"/>
            <ac:spMk id="71" creationId="{912025B4-7337-735E-4DC9-E634D2011984}"/>
          </ac:spMkLst>
        </pc:spChg>
        <pc:spChg chg="add del">
          <ac:chgData name="Jaidhar Ramagiri" userId="cb81ef85-643a-444c-ab62-567c975ae8d3" providerId="ADAL" clId="{85564D11-E7DC-449D-A028-CD4C636CB413}" dt="2026-05-02T13:56:17.645" v="1170" actId="26606"/>
          <ac:spMkLst>
            <pc:docMk/>
            <pc:sldMk cId="415893765" sldId="269"/>
            <ac:spMk id="72" creationId="{150CDACD-D191-E642-F686-FCB54B7E5F67}"/>
          </ac:spMkLst>
        </pc:spChg>
        <pc:spChg chg="add del">
          <ac:chgData name="Jaidhar Ramagiri" userId="cb81ef85-643a-444c-ab62-567c975ae8d3" providerId="ADAL" clId="{85564D11-E7DC-449D-A028-CD4C636CB413}" dt="2026-05-02T13:54:22.955" v="941" actId="26606"/>
          <ac:spMkLst>
            <pc:docMk/>
            <pc:sldMk cId="415893765" sldId="269"/>
            <ac:spMk id="79" creationId="{EA67E988-5919-57BB-C7DE-D3EAD38A3045}"/>
          </ac:spMkLst>
        </pc:spChg>
        <pc:spChg chg="add del">
          <ac:chgData name="Jaidhar Ramagiri" userId="cb81ef85-643a-444c-ab62-567c975ae8d3" providerId="ADAL" clId="{85564D11-E7DC-449D-A028-CD4C636CB413}" dt="2026-05-02T13:54:22.955" v="941" actId="26606"/>
          <ac:spMkLst>
            <pc:docMk/>
            <pc:sldMk cId="415893765" sldId="269"/>
            <ac:spMk id="81" creationId="{E20BB609-EF92-42DB-836C-0699A590B5CF}"/>
          </ac:spMkLst>
        </pc:spChg>
        <pc:spChg chg="add del">
          <ac:chgData name="Jaidhar Ramagiri" userId="cb81ef85-643a-444c-ab62-567c975ae8d3" providerId="ADAL" clId="{85564D11-E7DC-449D-A028-CD4C636CB413}" dt="2026-05-02T13:54:22.955" v="941" actId="26606"/>
          <ac:spMkLst>
            <pc:docMk/>
            <pc:sldMk cId="415893765" sldId="269"/>
            <ac:spMk id="83" creationId="{ECF0998E-D577-43EA-A7B8-E3EC67F75955}"/>
          </ac:spMkLst>
        </pc:spChg>
        <pc:spChg chg="add del">
          <ac:chgData name="Jaidhar Ramagiri" userId="cb81ef85-643a-444c-ab62-567c975ae8d3" providerId="ADAL" clId="{85564D11-E7DC-449D-A028-CD4C636CB413}" dt="2026-05-02T13:54:22.955" v="941" actId="26606"/>
          <ac:spMkLst>
            <pc:docMk/>
            <pc:sldMk cId="415893765" sldId="269"/>
            <ac:spMk id="85" creationId="{B2C335F7-F61C-4EB4-80F2-4B1438FE66BB}"/>
          </ac:spMkLst>
        </pc:spChg>
        <pc:spChg chg="add del">
          <ac:chgData name="Jaidhar Ramagiri" userId="cb81ef85-643a-444c-ab62-567c975ae8d3" providerId="ADAL" clId="{85564D11-E7DC-449D-A028-CD4C636CB413}" dt="2026-05-02T13:54:22.955" v="941" actId="26606"/>
          <ac:spMkLst>
            <pc:docMk/>
            <pc:sldMk cId="415893765" sldId="269"/>
            <ac:spMk id="87" creationId="{E7DC364D-882B-4786-89FB-1703C1A5CFF0}"/>
          </ac:spMkLst>
        </pc:spChg>
        <pc:spChg chg="add del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91" creationId="{774A975B-A886-5202-0489-6965514A0D14}"/>
          </ac:spMkLst>
        </pc:spChg>
        <pc:spChg chg="add del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92" creationId="{EA67E988-5919-57BB-C7DE-D3EAD38A3045}"/>
          </ac:spMkLst>
        </pc:spChg>
        <pc:spChg chg="add del">
          <ac:chgData name="Jaidhar Ramagiri" userId="cb81ef85-643a-444c-ab62-567c975ae8d3" providerId="ADAL" clId="{85564D11-E7DC-449D-A028-CD4C636CB413}" dt="2026-05-02T13:56:17.645" v="1170" actId="26606"/>
          <ac:spMkLst>
            <pc:docMk/>
            <pc:sldMk cId="415893765" sldId="269"/>
            <ac:spMk id="93" creationId="{E20BB609-EF92-42DB-836C-0699A590B5CF}"/>
          </ac:spMkLst>
        </pc:spChg>
        <pc:spChg chg="add del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94" creationId="{637992A9-1E8C-4E57-B4F4-EE2D38E504A2}"/>
          </ac:spMkLst>
        </pc:spChg>
        <pc:spChg chg="add del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95" creationId="{B2C335F7-F61C-4EB4-80F2-4B1438FE66BB}"/>
          </ac:spMkLst>
        </pc:spChg>
        <pc:spChg chg="add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100" creationId="{774A975B-A886-5202-0489-6965514A0D14}"/>
          </ac:spMkLst>
        </pc:spChg>
        <pc:spChg chg="add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102" creationId="{EA67E988-5919-57BB-C7DE-D3EAD38A3045}"/>
          </ac:spMkLst>
        </pc:spChg>
        <pc:spChg chg="add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104" creationId="{E20BB609-EF92-42DB-836C-0699A590B5CF}"/>
          </ac:spMkLst>
        </pc:spChg>
        <pc:spChg chg="add">
          <ac:chgData name="Jaidhar Ramagiri" userId="cb81ef85-643a-444c-ab62-567c975ae8d3" providerId="ADAL" clId="{85564D11-E7DC-449D-A028-CD4C636CB413}" dt="2026-05-02T13:56:42.198" v="1173" actId="26606"/>
          <ac:spMkLst>
            <pc:docMk/>
            <pc:sldMk cId="415893765" sldId="269"/>
            <ac:spMk id="106" creationId="{637992A9-1E8C-4E57-B4F4-EE2D38E504A2}"/>
          </ac:spMkLst>
        </pc:spChg>
        <pc:picChg chg="del mod">
          <ac:chgData name="Jaidhar Ramagiri" userId="cb81ef85-643a-444c-ab62-567c975ae8d3" providerId="ADAL" clId="{85564D11-E7DC-449D-A028-CD4C636CB413}" dt="2026-05-02T13:53:09.326" v="935" actId="478"/>
          <ac:picMkLst>
            <pc:docMk/>
            <pc:sldMk cId="415893765" sldId="269"/>
            <ac:picMk id="22" creationId="{257356AC-A22B-4F99-FF9D-57476FDC14B5}"/>
          </ac:picMkLst>
        </pc:picChg>
        <pc:picChg chg="mod">
          <ac:chgData name="Jaidhar Ramagiri" userId="cb81ef85-643a-444c-ab62-567c975ae8d3" providerId="ADAL" clId="{85564D11-E7DC-449D-A028-CD4C636CB413}" dt="2026-05-02T13:56:38.493" v="1172" actId="14826"/>
          <ac:picMkLst>
            <pc:docMk/>
            <pc:sldMk cId="415893765" sldId="269"/>
            <ac:picMk id="70" creationId="{701F38B2-432E-355E-6576-FA42BD8B8EDD}"/>
          </ac:picMkLst>
        </pc:picChg>
      </pc:sldChg>
      <pc:sldChg chg="addSp delSp modSp add mod ord">
        <pc:chgData name="Jaidhar Ramagiri" userId="cb81ef85-643a-444c-ab62-567c975ae8d3" providerId="ADAL" clId="{85564D11-E7DC-449D-A028-CD4C636CB413}" dt="2026-05-02T18:32:55.838" v="1930" actId="1076"/>
        <pc:sldMkLst>
          <pc:docMk/>
          <pc:sldMk cId="1338848621" sldId="270"/>
        </pc:sldMkLst>
        <pc:spChg chg="mod">
          <ac:chgData name="Jaidhar Ramagiri" userId="cb81ef85-643a-444c-ab62-567c975ae8d3" providerId="ADAL" clId="{85564D11-E7DC-449D-A028-CD4C636CB413}" dt="2026-05-02T13:57:08.206" v="1182" actId="20577"/>
          <ac:spMkLst>
            <pc:docMk/>
            <pc:sldMk cId="1338848621" sldId="270"/>
            <ac:spMk id="2" creationId="{D7333219-E634-5BFA-4EF0-F5BCDED49E6D}"/>
          </ac:spMkLst>
        </pc:spChg>
        <pc:spChg chg="mod">
          <ac:chgData name="Jaidhar Ramagiri" userId="cb81ef85-643a-444c-ab62-567c975ae8d3" providerId="ADAL" clId="{85564D11-E7DC-449D-A028-CD4C636CB413}" dt="2026-05-02T18:32:44.534" v="1927" actId="20577"/>
          <ac:spMkLst>
            <pc:docMk/>
            <pc:sldMk cId="1338848621" sldId="270"/>
            <ac:spMk id="3" creationId="{844567F5-B91E-C16F-2E84-167E948E19F0}"/>
          </ac:spMkLst>
        </pc:spChg>
        <pc:spChg chg="add">
          <ac:chgData name="Jaidhar Ramagiri" userId="cb81ef85-643a-444c-ab62-567c975ae8d3" providerId="ADAL" clId="{85564D11-E7DC-449D-A028-CD4C636CB413}" dt="2026-05-02T18:31:12.250" v="1881"/>
          <ac:spMkLst>
            <pc:docMk/>
            <pc:sldMk cId="1338848621" sldId="270"/>
            <ac:spMk id="13" creationId="{64B6ED3A-E2DB-5368-BB22-689CB5614DBE}"/>
          </ac:spMkLst>
        </pc:spChg>
        <pc:grpChg chg="add mod">
          <ac:chgData name="Jaidhar Ramagiri" userId="cb81ef85-643a-444c-ab62-567c975ae8d3" providerId="ADAL" clId="{85564D11-E7DC-449D-A028-CD4C636CB413}" dt="2026-05-02T18:32:53.347" v="1929" actId="1076"/>
          <ac:grpSpMkLst>
            <pc:docMk/>
            <pc:sldMk cId="1338848621" sldId="270"/>
            <ac:grpSpMk id="12" creationId="{170FB16D-56CD-1D92-1206-A544AAF5E293}"/>
          </ac:grpSpMkLst>
        </pc:grpChg>
        <pc:picChg chg="del">
          <ac:chgData name="Jaidhar Ramagiri" userId="cb81ef85-643a-444c-ab62-567c975ae8d3" providerId="ADAL" clId="{85564D11-E7DC-449D-A028-CD4C636CB413}" dt="2026-05-02T13:58:25.300" v="1184" actId="478"/>
          <ac:picMkLst>
            <pc:docMk/>
            <pc:sldMk cId="1338848621" sldId="270"/>
            <ac:picMk id="5" creationId="{6445821F-61A6-2C5F-2E2B-5DBF1ADD0C31}"/>
          </ac:picMkLst>
        </pc:picChg>
        <pc:picChg chg="add del mod">
          <ac:chgData name="Jaidhar Ramagiri" userId="cb81ef85-643a-444c-ab62-567c975ae8d3" providerId="ADAL" clId="{85564D11-E7DC-449D-A028-CD4C636CB413}" dt="2026-05-02T17:24:24.054" v="1278" actId="478"/>
          <ac:picMkLst>
            <pc:docMk/>
            <pc:sldMk cId="1338848621" sldId="270"/>
            <ac:picMk id="5" creationId="{EBFE4AF2-78B5-43C9-5CD4-F2B4C04A4CE1}"/>
          </ac:picMkLst>
        </pc:picChg>
        <pc:picChg chg="del">
          <ac:chgData name="Jaidhar Ramagiri" userId="cb81ef85-643a-444c-ab62-567c975ae8d3" providerId="ADAL" clId="{85564D11-E7DC-449D-A028-CD4C636CB413}" dt="2026-05-02T13:58:25.932" v="1185" actId="478"/>
          <ac:picMkLst>
            <pc:docMk/>
            <pc:sldMk cId="1338848621" sldId="270"/>
            <ac:picMk id="7" creationId="{2DC14752-3CCC-DE2C-DFDA-8C69E6655B96}"/>
          </ac:picMkLst>
        </pc:picChg>
        <pc:picChg chg="add mod">
          <ac:chgData name="Jaidhar Ramagiri" userId="cb81ef85-643a-444c-ab62-567c975ae8d3" providerId="ADAL" clId="{85564D11-E7DC-449D-A028-CD4C636CB413}" dt="2026-05-02T17:26:27.634" v="1314" actId="164"/>
          <ac:picMkLst>
            <pc:docMk/>
            <pc:sldMk cId="1338848621" sldId="270"/>
            <ac:picMk id="7" creationId="{64765CC0-C6F3-8D79-CF7E-5FB9F1447086}"/>
          </ac:picMkLst>
        </pc:picChg>
        <pc:picChg chg="add mod">
          <ac:chgData name="Jaidhar Ramagiri" userId="cb81ef85-643a-444c-ab62-567c975ae8d3" providerId="ADAL" clId="{85564D11-E7DC-449D-A028-CD4C636CB413}" dt="2026-05-02T17:26:27.634" v="1314" actId="164"/>
          <ac:picMkLst>
            <pc:docMk/>
            <pc:sldMk cId="1338848621" sldId="270"/>
            <ac:picMk id="9" creationId="{B349AD78-18C9-7B9B-0BA9-BA2EA0BCFE17}"/>
          </ac:picMkLst>
        </pc:picChg>
        <pc:picChg chg="add mod">
          <ac:chgData name="Jaidhar Ramagiri" userId="cb81ef85-643a-444c-ab62-567c975ae8d3" providerId="ADAL" clId="{85564D11-E7DC-449D-A028-CD4C636CB413}" dt="2026-05-02T18:32:55.838" v="1930" actId="1076"/>
          <ac:picMkLst>
            <pc:docMk/>
            <pc:sldMk cId="1338848621" sldId="270"/>
            <ac:picMk id="11" creationId="{CFC6C8DE-F902-B36B-4215-E3ADDF3D1468}"/>
          </ac:picMkLst>
        </pc:picChg>
        <pc:picChg chg="add">
          <ac:chgData name="Jaidhar Ramagiri" userId="cb81ef85-643a-444c-ab62-567c975ae8d3" providerId="ADAL" clId="{85564D11-E7DC-449D-A028-CD4C636CB413}" dt="2026-05-02T18:31:12.250" v="1881"/>
          <ac:picMkLst>
            <pc:docMk/>
            <pc:sldMk cId="1338848621" sldId="270"/>
            <ac:picMk id="1026" creationId="{92F77C1A-5D95-E60B-08C4-A10C3D303116}"/>
          </ac:picMkLst>
        </pc:picChg>
        <pc:picChg chg="add">
          <ac:chgData name="Jaidhar Ramagiri" userId="cb81ef85-643a-444c-ab62-567c975ae8d3" providerId="ADAL" clId="{85564D11-E7DC-449D-A028-CD4C636CB413}" dt="2026-05-02T18:31:12.250" v="1881"/>
          <ac:picMkLst>
            <pc:docMk/>
            <pc:sldMk cId="1338848621" sldId="270"/>
            <ac:picMk id="1027" creationId="{5BC3D9FC-34D4-D06E-DC00-D4C8A3967283}"/>
          </ac:picMkLst>
        </pc:picChg>
        <pc:picChg chg="add">
          <ac:chgData name="Jaidhar Ramagiri" userId="cb81ef85-643a-444c-ab62-567c975ae8d3" providerId="ADAL" clId="{85564D11-E7DC-449D-A028-CD4C636CB413}" dt="2026-05-02T18:31:12.250" v="1881"/>
          <ac:picMkLst>
            <pc:docMk/>
            <pc:sldMk cId="1338848621" sldId="270"/>
            <ac:picMk id="1028" creationId="{0373205D-C524-9D45-F4E9-0492DAD8C796}"/>
          </ac:picMkLst>
        </pc:picChg>
        <pc:picChg chg="add">
          <ac:chgData name="Jaidhar Ramagiri" userId="cb81ef85-643a-444c-ab62-567c975ae8d3" providerId="ADAL" clId="{85564D11-E7DC-449D-A028-CD4C636CB413}" dt="2026-05-02T18:31:12.250" v="1881"/>
          <ac:picMkLst>
            <pc:docMk/>
            <pc:sldMk cId="1338848621" sldId="270"/>
            <ac:picMk id="1029" creationId="{07666B97-C827-9D33-6608-8F846B6BDE4A}"/>
          </ac:picMkLst>
        </pc:picChg>
      </pc:sldChg>
      <pc:sldChg chg="addSp delSp modSp add mod">
        <pc:chgData name="Jaidhar Ramagiri" userId="cb81ef85-643a-444c-ab62-567c975ae8d3" providerId="ADAL" clId="{85564D11-E7DC-449D-A028-CD4C636CB413}" dt="2026-05-02T18:33:04.819" v="1932" actId="20577"/>
        <pc:sldMkLst>
          <pc:docMk/>
          <pc:sldMk cId="336433158" sldId="271"/>
        </pc:sldMkLst>
        <pc:spChg chg="mod">
          <ac:chgData name="Jaidhar Ramagiri" userId="cb81ef85-643a-444c-ab62-567c975ae8d3" providerId="ADAL" clId="{85564D11-E7DC-449D-A028-CD4C636CB413}" dt="2026-05-02T18:33:04.819" v="1932" actId="20577"/>
          <ac:spMkLst>
            <pc:docMk/>
            <pc:sldMk cId="336433158" sldId="271"/>
            <ac:spMk id="3" creationId="{963D4E2C-0276-D0E6-FA52-877709EFBC2A}"/>
          </ac:spMkLst>
        </pc:spChg>
        <pc:grpChg chg="del">
          <ac:chgData name="Jaidhar Ramagiri" userId="cb81ef85-643a-444c-ab62-567c975ae8d3" providerId="ADAL" clId="{85564D11-E7DC-449D-A028-CD4C636CB413}" dt="2026-05-02T17:26:49.391" v="1318" actId="478"/>
          <ac:grpSpMkLst>
            <pc:docMk/>
            <pc:sldMk cId="336433158" sldId="271"/>
            <ac:grpSpMk id="12" creationId="{4E8E1427-5AF4-424F-BADD-9EF76CEDE760}"/>
          </ac:grpSpMkLst>
        </pc:grpChg>
        <pc:picChg chg="add mod">
          <ac:chgData name="Jaidhar Ramagiri" userId="cb81ef85-643a-444c-ab62-567c975ae8d3" providerId="ADAL" clId="{85564D11-E7DC-449D-A028-CD4C636CB413}" dt="2026-05-02T17:30:34.875" v="1408" actId="1076"/>
          <ac:picMkLst>
            <pc:docMk/>
            <pc:sldMk cId="336433158" sldId="271"/>
            <ac:picMk id="5" creationId="{C607A34C-AF0D-FF5C-7C18-8FA95D731720}"/>
          </ac:picMkLst>
        </pc:picChg>
        <pc:picChg chg="del">
          <ac:chgData name="Jaidhar Ramagiri" userId="cb81ef85-643a-444c-ab62-567c975ae8d3" providerId="ADAL" clId="{85564D11-E7DC-449D-A028-CD4C636CB413}" dt="2026-05-02T17:26:48.858" v="1317" actId="478"/>
          <ac:picMkLst>
            <pc:docMk/>
            <pc:sldMk cId="336433158" sldId="271"/>
            <ac:picMk id="11" creationId="{E5D76E4E-A3D7-8B43-042A-9BEBC5E64AE7}"/>
          </ac:picMkLst>
        </pc:picChg>
      </pc:sldChg>
      <pc:sldChg chg="addSp delSp modSp add mod">
        <pc:chgData name="Jaidhar Ramagiri" userId="cb81ef85-643a-444c-ab62-567c975ae8d3" providerId="ADAL" clId="{85564D11-E7DC-449D-A028-CD4C636CB413}" dt="2026-05-02T17:36:01.468" v="1568" actId="1076"/>
        <pc:sldMkLst>
          <pc:docMk/>
          <pc:sldMk cId="1461724548" sldId="272"/>
        </pc:sldMkLst>
        <pc:spChg chg="mod">
          <ac:chgData name="Jaidhar Ramagiri" userId="cb81ef85-643a-444c-ab62-567c975ae8d3" providerId="ADAL" clId="{85564D11-E7DC-449D-A028-CD4C636CB413}" dt="2026-05-02T17:32:28.249" v="1453" actId="20577"/>
          <ac:spMkLst>
            <pc:docMk/>
            <pc:sldMk cId="1461724548" sldId="272"/>
            <ac:spMk id="2" creationId="{D223BE19-330C-2657-6E1F-C5DBDA8BFDD8}"/>
          </ac:spMkLst>
        </pc:spChg>
        <pc:spChg chg="mod">
          <ac:chgData name="Jaidhar Ramagiri" userId="cb81ef85-643a-444c-ab62-567c975ae8d3" providerId="ADAL" clId="{85564D11-E7DC-449D-A028-CD4C636CB413}" dt="2026-05-02T17:35:36.961" v="1566"/>
          <ac:spMkLst>
            <pc:docMk/>
            <pc:sldMk cId="1461724548" sldId="272"/>
            <ac:spMk id="3" creationId="{8CECBB1F-744D-70A9-DC8E-0EC650AB3AC8}"/>
          </ac:spMkLst>
        </pc:spChg>
        <pc:picChg chg="del">
          <ac:chgData name="Jaidhar Ramagiri" userId="cb81ef85-643a-444c-ab62-567c975ae8d3" providerId="ADAL" clId="{85564D11-E7DC-449D-A028-CD4C636CB413}" dt="2026-05-02T17:32:31.343" v="1455" actId="478"/>
          <ac:picMkLst>
            <pc:docMk/>
            <pc:sldMk cId="1461724548" sldId="272"/>
            <ac:picMk id="5" creationId="{83C82CCD-233E-D343-7902-9230336E43A2}"/>
          </ac:picMkLst>
        </pc:picChg>
        <pc:picChg chg="add mod">
          <ac:chgData name="Jaidhar Ramagiri" userId="cb81ef85-643a-444c-ab62-567c975ae8d3" providerId="ADAL" clId="{85564D11-E7DC-449D-A028-CD4C636CB413}" dt="2026-05-02T17:33:13.107" v="1464" actId="1076"/>
          <ac:picMkLst>
            <pc:docMk/>
            <pc:sldMk cId="1461724548" sldId="272"/>
            <ac:picMk id="6" creationId="{6B81274C-633E-AB7E-F800-3C7D69E6309C}"/>
          </ac:picMkLst>
        </pc:picChg>
        <pc:picChg chg="add mod">
          <ac:chgData name="Jaidhar Ramagiri" userId="cb81ef85-643a-444c-ab62-567c975ae8d3" providerId="ADAL" clId="{85564D11-E7DC-449D-A028-CD4C636CB413}" dt="2026-05-02T17:35:21.952" v="1564" actId="1076"/>
          <ac:picMkLst>
            <pc:docMk/>
            <pc:sldMk cId="1461724548" sldId="272"/>
            <ac:picMk id="8" creationId="{2180D87E-FA1E-77CD-FBAB-A91B823CD091}"/>
          </ac:picMkLst>
        </pc:picChg>
        <pc:picChg chg="add mod">
          <ac:chgData name="Jaidhar Ramagiri" userId="cb81ef85-643a-444c-ab62-567c975ae8d3" providerId="ADAL" clId="{85564D11-E7DC-449D-A028-CD4C636CB413}" dt="2026-05-02T17:36:01.468" v="1568" actId="1076"/>
          <ac:picMkLst>
            <pc:docMk/>
            <pc:sldMk cId="1461724548" sldId="272"/>
            <ac:picMk id="10" creationId="{96DE035F-ED9C-A613-ED17-697B61CD40BF}"/>
          </ac:picMkLst>
        </pc:picChg>
      </pc:sldChg>
      <pc:sldChg chg="addSp delSp modSp add mod setBg">
        <pc:chgData name="Jaidhar Ramagiri" userId="cb81ef85-643a-444c-ab62-567c975ae8d3" providerId="ADAL" clId="{85564D11-E7DC-449D-A028-CD4C636CB413}" dt="2026-05-02T17:51:32.438" v="1745" actId="1076"/>
        <pc:sldMkLst>
          <pc:docMk/>
          <pc:sldMk cId="2270865113" sldId="273"/>
        </pc:sldMkLst>
        <pc:spChg chg="mod">
          <ac:chgData name="Jaidhar Ramagiri" userId="cb81ef85-643a-444c-ab62-567c975ae8d3" providerId="ADAL" clId="{85564D11-E7DC-449D-A028-CD4C636CB413}" dt="2026-05-02T17:39:32.776" v="1619" actId="26606"/>
          <ac:spMkLst>
            <pc:docMk/>
            <pc:sldMk cId="2270865113" sldId="273"/>
            <ac:spMk id="2" creationId="{839CE8DD-935D-7F9E-8E70-97F11F3770D4}"/>
          </ac:spMkLst>
        </pc:spChg>
        <pc:spChg chg="del mod">
          <ac:chgData name="Jaidhar Ramagiri" userId="cb81ef85-643a-444c-ab62-567c975ae8d3" providerId="ADAL" clId="{85564D11-E7DC-449D-A028-CD4C636CB413}" dt="2026-05-02T17:39:32.776" v="1619" actId="26606"/>
          <ac:spMkLst>
            <pc:docMk/>
            <pc:sldMk cId="2270865113" sldId="273"/>
            <ac:spMk id="3" creationId="{2FF9AD9D-F1D7-B3D6-6A99-C08F6C54FA08}"/>
          </ac:spMkLst>
        </pc:spChg>
        <pc:spChg chg="add">
          <ac:chgData name="Jaidhar Ramagiri" userId="cb81ef85-643a-444c-ab62-567c975ae8d3" providerId="ADAL" clId="{85564D11-E7DC-449D-A028-CD4C636CB413}" dt="2026-05-02T17:39:32.776" v="1619" actId="26606"/>
          <ac:spMkLst>
            <pc:docMk/>
            <pc:sldMk cId="2270865113" sldId="273"/>
            <ac:spMk id="9" creationId="{817D949E-564D-4503-A64E-D22FA3232C29}"/>
          </ac:spMkLst>
        </pc:spChg>
        <pc:spChg chg="add">
          <ac:chgData name="Jaidhar Ramagiri" userId="cb81ef85-643a-444c-ab62-567c975ae8d3" providerId="ADAL" clId="{85564D11-E7DC-449D-A028-CD4C636CB413}" dt="2026-05-02T17:39:32.776" v="1619" actId="26606"/>
          <ac:spMkLst>
            <pc:docMk/>
            <pc:sldMk cId="2270865113" sldId="273"/>
            <ac:spMk id="11" creationId="{2C8EEB27-9249-8B3A-C8C2-18F9DC480810}"/>
          </ac:spMkLst>
        </pc:spChg>
        <pc:spChg chg="add">
          <ac:chgData name="Jaidhar Ramagiri" userId="cb81ef85-643a-444c-ab62-567c975ae8d3" providerId="ADAL" clId="{85564D11-E7DC-449D-A028-CD4C636CB413}" dt="2026-05-02T17:39:32.776" v="1619" actId="26606"/>
          <ac:spMkLst>
            <pc:docMk/>
            <pc:sldMk cId="2270865113" sldId="273"/>
            <ac:spMk id="13" creationId="{18482CAC-96FF-EBE5-E97D-0BE2B8A51E3F}"/>
          </ac:spMkLst>
        </pc:spChg>
        <pc:spChg chg="add mod">
          <ac:chgData name="Jaidhar Ramagiri" userId="cb81ef85-643a-444c-ab62-567c975ae8d3" providerId="ADAL" clId="{85564D11-E7DC-449D-A028-CD4C636CB413}" dt="2026-05-02T17:50:34.012" v="1730" actId="164"/>
          <ac:spMkLst>
            <pc:docMk/>
            <pc:sldMk cId="2270865113" sldId="273"/>
            <ac:spMk id="19" creationId="{4C346A8B-C133-FD7C-3F50-DAA7F44597CA}"/>
          </ac:spMkLst>
        </pc:spChg>
        <pc:spChg chg="add del mod">
          <ac:chgData name="Jaidhar Ramagiri" userId="cb81ef85-643a-444c-ab62-567c975ae8d3" providerId="ADAL" clId="{85564D11-E7DC-449D-A028-CD4C636CB413}" dt="2026-05-02T17:50:43.087" v="1733"/>
          <ac:spMkLst>
            <pc:docMk/>
            <pc:sldMk cId="2270865113" sldId="273"/>
            <ac:spMk id="20" creationId="{FA4505CB-3B69-0887-6D9E-7A5ED1EA1F41}"/>
          </ac:spMkLst>
        </pc:spChg>
        <pc:spChg chg="add mod">
          <ac:chgData name="Jaidhar Ramagiri" userId="cb81ef85-643a-444c-ab62-567c975ae8d3" providerId="ADAL" clId="{85564D11-E7DC-449D-A028-CD4C636CB413}" dt="2026-05-02T17:51:28.535" v="1743" actId="164"/>
          <ac:spMkLst>
            <pc:docMk/>
            <pc:sldMk cId="2270865113" sldId="273"/>
            <ac:spMk id="23" creationId="{F5CD2B31-8D19-18BB-C92D-3D23978CF676}"/>
          </ac:spMkLst>
        </pc:spChg>
        <pc:grpChg chg="add mod">
          <ac:chgData name="Jaidhar Ramagiri" userId="cb81ef85-643a-444c-ab62-567c975ae8d3" providerId="ADAL" clId="{85564D11-E7DC-449D-A028-CD4C636CB413}" dt="2026-05-02T17:51:32.438" v="1745" actId="1076"/>
          <ac:grpSpMkLst>
            <pc:docMk/>
            <pc:sldMk cId="2270865113" sldId="273"/>
            <ac:grpSpMk id="21" creationId="{B2E5BE96-DACB-66D4-F8A7-53A50040D979}"/>
          </ac:grpSpMkLst>
        </pc:grpChg>
        <pc:grpChg chg="add mod">
          <ac:chgData name="Jaidhar Ramagiri" userId="cb81ef85-643a-444c-ab62-567c975ae8d3" providerId="ADAL" clId="{85564D11-E7DC-449D-A028-CD4C636CB413}" dt="2026-05-02T17:51:30.551" v="1744" actId="1076"/>
          <ac:grpSpMkLst>
            <pc:docMk/>
            <pc:sldMk cId="2270865113" sldId="273"/>
            <ac:grpSpMk id="24" creationId="{E5F4968F-53C1-9B9E-09DB-930E0A529093}"/>
          </ac:grpSpMkLst>
        </pc:grpChg>
        <pc:graphicFrameChg chg="add">
          <ac:chgData name="Jaidhar Ramagiri" userId="cb81ef85-643a-444c-ab62-567c975ae8d3" providerId="ADAL" clId="{85564D11-E7DC-449D-A028-CD4C636CB413}" dt="2026-05-02T17:39:32.776" v="1619" actId="26606"/>
          <ac:graphicFrameMkLst>
            <pc:docMk/>
            <pc:sldMk cId="2270865113" sldId="273"/>
            <ac:graphicFrameMk id="7" creationId="{5D3C5F52-5F5B-257A-767A-4786CFA36873}"/>
          </ac:graphicFrameMkLst>
        </pc:graphicFrameChg>
        <pc:picChg chg="add del mod">
          <ac:chgData name="Jaidhar Ramagiri" userId="cb81ef85-643a-444c-ab62-567c975ae8d3" providerId="ADAL" clId="{85564D11-E7DC-449D-A028-CD4C636CB413}" dt="2026-05-02T17:39:24.213" v="1618" actId="21"/>
          <ac:picMkLst>
            <pc:docMk/>
            <pc:sldMk cId="2270865113" sldId="273"/>
            <ac:picMk id="5" creationId="{0525BE42-33AE-18D5-FB99-B3662143683E}"/>
          </ac:picMkLst>
        </pc:picChg>
        <pc:picChg chg="del">
          <ac:chgData name="Jaidhar Ramagiri" userId="cb81ef85-643a-444c-ab62-567c975ae8d3" providerId="ADAL" clId="{85564D11-E7DC-449D-A028-CD4C636CB413}" dt="2026-05-02T17:36:43.650" v="1573" actId="478"/>
          <ac:picMkLst>
            <pc:docMk/>
            <pc:sldMk cId="2270865113" sldId="273"/>
            <ac:picMk id="6" creationId="{D5AA70EB-DA77-0D30-C66C-91F2478F07D1}"/>
          </ac:picMkLst>
        </pc:picChg>
        <pc:picChg chg="del">
          <ac:chgData name="Jaidhar Ramagiri" userId="cb81ef85-643a-444c-ab62-567c975ae8d3" providerId="ADAL" clId="{85564D11-E7DC-449D-A028-CD4C636CB413}" dt="2026-05-02T17:36:45.149" v="1574" actId="478"/>
          <ac:picMkLst>
            <pc:docMk/>
            <pc:sldMk cId="2270865113" sldId="273"/>
            <ac:picMk id="8" creationId="{F9352A46-069E-0152-F23F-86F8E974E467}"/>
          </ac:picMkLst>
        </pc:picChg>
        <pc:picChg chg="del">
          <ac:chgData name="Jaidhar Ramagiri" userId="cb81ef85-643a-444c-ab62-567c975ae8d3" providerId="ADAL" clId="{85564D11-E7DC-449D-A028-CD4C636CB413}" dt="2026-05-02T17:36:42.839" v="1572" actId="478"/>
          <ac:picMkLst>
            <pc:docMk/>
            <pc:sldMk cId="2270865113" sldId="273"/>
            <ac:picMk id="10" creationId="{8B01DF87-1E9B-2B9D-6AEB-6C67FB78D693}"/>
          </ac:picMkLst>
        </pc:picChg>
        <pc:picChg chg="add mod">
          <ac:chgData name="Jaidhar Ramagiri" userId="cb81ef85-643a-444c-ab62-567c975ae8d3" providerId="ADAL" clId="{85564D11-E7DC-449D-A028-CD4C636CB413}" dt="2026-05-02T17:39:40.191" v="1621" actId="1076"/>
          <ac:picMkLst>
            <pc:docMk/>
            <pc:sldMk cId="2270865113" sldId="273"/>
            <ac:picMk id="12" creationId="{0525BE42-33AE-18D5-FB99-B3662143683E}"/>
          </ac:picMkLst>
        </pc:picChg>
        <pc:picChg chg="add mod">
          <ac:chgData name="Jaidhar Ramagiri" userId="cb81ef85-643a-444c-ab62-567c975ae8d3" providerId="ADAL" clId="{85564D11-E7DC-449D-A028-CD4C636CB413}" dt="2026-05-02T17:50:34.012" v="1730" actId="164"/>
          <ac:picMkLst>
            <pc:docMk/>
            <pc:sldMk cId="2270865113" sldId="273"/>
            <ac:picMk id="15" creationId="{ABFCEFCC-87A6-2161-0799-371AFBD10C42}"/>
          </ac:picMkLst>
        </pc:picChg>
        <pc:picChg chg="add mod">
          <ac:chgData name="Jaidhar Ramagiri" userId="cb81ef85-643a-444c-ab62-567c975ae8d3" providerId="ADAL" clId="{85564D11-E7DC-449D-A028-CD4C636CB413}" dt="2026-05-02T17:51:28.535" v="1743" actId="164"/>
          <ac:picMkLst>
            <pc:docMk/>
            <pc:sldMk cId="2270865113" sldId="273"/>
            <ac:picMk id="17" creationId="{702F4F83-C4BB-4E74-C216-9DBD826D8470}"/>
          </ac:picMkLst>
        </pc:picChg>
      </pc:sldChg>
      <pc:sldChg chg="addSp delSp modSp add mod ord setBg">
        <pc:chgData name="Jaidhar Ramagiri" userId="cb81ef85-643a-444c-ab62-567c975ae8d3" providerId="ADAL" clId="{85564D11-E7DC-449D-A028-CD4C636CB413}" dt="2026-05-02T18:29:41.131" v="1876" actId="20577"/>
        <pc:sldMkLst>
          <pc:docMk/>
          <pc:sldMk cId="1031142364" sldId="274"/>
        </pc:sldMkLst>
        <pc:spChg chg="mod">
          <ac:chgData name="Jaidhar Ramagiri" userId="cb81ef85-643a-444c-ab62-567c975ae8d3" providerId="ADAL" clId="{85564D11-E7DC-449D-A028-CD4C636CB413}" dt="2026-05-02T17:47:32.224" v="1648" actId="26606"/>
          <ac:spMkLst>
            <pc:docMk/>
            <pc:sldMk cId="1031142364" sldId="274"/>
            <ac:spMk id="2" creationId="{46A79B8B-0D2A-2A85-C668-160FC0ADF09E}"/>
          </ac:spMkLst>
        </pc:spChg>
        <pc:spChg chg="add del mod ord">
          <ac:chgData name="Jaidhar Ramagiri" userId="cb81ef85-643a-444c-ab62-567c975ae8d3" providerId="ADAL" clId="{85564D11-E7DC-449D-A028-CD4C636CB413}" dt="2026-05-02T18:29:41.131" v="1876" actId="20577"/>
          <ac:spMkLst>
            <pc:docMk/>
            <pc:sldMk cId="1031142364" sldId="274"/>
            <ac:spMk id="3" creationId="{FA4592B0-4103-CB92-B9B1-08D79A64AF20}"/>
          </ac:spMkLst>
        </pc:spChg>
        <pc:spChg chg="add">
          <ac:chgData name="Jaidhar Ramagiri" userId="cb81ef85-643a-444c-ab62-567c975ae8d3" providerId="ADAL" clId="{85564D11-E7DC-449D-A028-CD4C636CB413}" dt="2026-05-02T17:47:32.224" v="1648" actId="26606"/>
          <ac:spMkLst>
            <pc:docMk/>
            <pc:sldMk cId="1031142364" sldId="274"/>
            <ac:spMk id="14" creationId="{0EC38958-9A69-239A-BA79-2AEC73345F4B}"/>
          </ac:spMkLst>
        </pc:spChg>
        <pc:spChg chg="add">
          <ac:chgData name="Jaidhar Ramagiri" userId="cb81ef85-643a-444c-ab62-567c975ae8d3" providerId="ADAL" clId="{85564D11-E7DC-449D-A028-CD4C636CB413}" dt="2026-05-02T17:47:32.224" v="1648" actId="26606"/>
          <ac:spMkLst>
            <pc:docMk/>
            <pc:sldMk cId="1031142364" sldId="274"/>
            <ac:spMk id="16" creationId="{6EC109E5-0396-8968-4F42-DFEC280363B6}"/>
          </ac:spMkLst>
        </pc:spChg>
        <pc:picChg chg="add del mod ord">
          <ac:chgData name="Jaidhar Ramagiri" userId="cb81ef85-643a-444c-ab62-567c975ae8d3" providerId="ADAL" clId="{85564D11-E7DC-449D-A028-CD4C636CB413}" dt="2026-05-02T17:46:43.838" v="1638" actId="22"/>
          <ac:picMkLst>
            <pc:docMk/>
            <pc:sldMk cId="1031142364" sldId="274"/>
            <ac:picMk id="5" creationId="{B766B284-9196-851E-1C7E-2B6BE69DB5FB}"/>
          </ac:picMkLst>
        </pc:picChg>
        <pc:picChg chg="del">
          <ac:chgData name="Jaidhar Ramagiri" userId="cb81ef85-643a-444c-ab62-567c975ae8d3" providerId="ADAL" clId="{85564D11-E7DC-449D-A028-CD4C636CB413}" dt="2026-05-02T17:41:34.565" v="1627" actId="478"/>
          <ac:picMkLst>
            <pc:docMk/>
            <pc:sldMk cId="1031142364" sldId="274"/>
            <ac:picMk id="6" creationId="{D09392C4-7481-D898-4D31-4B612796BC65}"/>
          </ac:picMkLst>
        </pc:picChg>
        <pc:picChg chg="del">
          <ac:chgData name="Jaidhar Ramagiri" userId="cb81ef85-643a-444c-ab62-567c975ae8d3" providerId="ADAL" clId="{85564D11-E7DC-449D-A028-CD4C636CB413}" dt="2026-05-02T17:41:36.198" v="1628" actId="478"/>
          <ac:picMkLst>
            <pc:docMk/>
            <pc:sldMk cId="1031142364" sldId="274"/>
            <ac:picMk id="8" creationId="{0F5B7D34-9336-2800-ECF9-D6D0282DAF43}"/>
          </ac:picMkLst>
        </pc:picChg>
        <pc:picChg chg="add mod">
          <ac:chgData name="Jaidhar Ramagiri" userId="cb81ef85-643a-444c-ab62-567c975ae8d3" providerId="ADAL" clId="{85564D11-E7DC-449D-A028-CD4C636CB413}" dt="2026-05-02T18:28:12.226" v="1851" actId="1076"/>
          <ac:picMkLst>
            <pc:docMk/>
            <pc:sldMk cId="1031142364" sldId="274"/>
            <ac:picMk id="9" creationId="{8E6EB9B2-119D-A8E1-CBD3-BBF9DC9F5C72}"/>
          </ac:picMkLst>
        </pc:picChg>
        <pc:picChg chg="del">
          <ac:chgData name="Jaidhar Ramagiri" userId="cb81ef85-643a-444c-ab62-567c975ae8d3" providerId="ADAL" clId="{85564D11-E7DC-449D-A028-CD4C636CB413}" dt="2026-05-02T17:41:32.924" v="1626" actId="478"/>
          <ac:picMkLst>
            <pc:docMk/>
            <pc:sldMk cId="1031142364" sldId="274"/>
            <ac:picMk id="10" creationId="{7AE8240C-F17B-A47D-71BE-D21F4AD7E43A}"/>
          </ac:picMkLst>
        </pc:picChg>
      </pc:sldChg>
      <pc:sldChg chg="addSp delSp modSp add mod">
        <pc:chgData name="Jaidhar Ramagiri" userId="cb81ef85-643a-444c-ab62-567c975ae8d3" providerId="ADAL" clId="{85564D11-E7DC-449D-A028-CD4C636CB413}" dt="2026-05-03T03:57:12.754" v="1980" actId="1076"/>
        <pc:sldMkLst>
          <pc:docMk/>
          <pc:sldMk cId="511705865" sldId="275"/>
        </pc:sldMkLst>
        <pc:spChg chg="mod ord">
          <ac:chgData name="Jaidhar Ramagiri" userId="cb81ef85-643a-444c-ab62-567c975ae8d3" providerId="ADAL" clId="{85564D11-E7DC-449D-A028-CD4C636CB413}" dt="2026-05-02T17:54:32.004" v="1770" actId="20577"/>
          <ac:spMkLst>
            <pc:docMk/>
            <pc:sldMk cId="511705865" sldId="275"/>
            <ac:spMk id="3" creationId="{D82740C1-7E64-4483-A9EC-442253FEBFF7}"/>
          </ac:spMkLst>
        </pc:spChg>
        <pc:spChg chg="del">
          <ac:chgData name="Jaidhar Ramagiri" userId="cb81ef85-643a-444c-ab62-567c975ae8d3" providerId="ADAL" clId="{85564D11-E7DC-449D-A028-CD4C636CB413}" dt="2026-05-02T17:53:59.984" v="1755" actId="26606"/>
          <ac:spMkLst>
            <pc:docMk/>
            <pc:sldMk cId="511705865" sldId="275"/>
            <ac:spMk id="14" creationId="{6526CF2C-9D0B-C094-D703-2CD818720146}"/>
          </ac:spMkLst>
        </pc:spChg>
        <pc:spChg chg="del">
          <ac:chgData name="Jaidhar Ramagiri" userId="cb81ef85-643a-444c-ab62-567c975ae8d3" providerId="ADAL" clId="{85564D11-E7DC-449D-A028-CD4C636CB413}" dt="2026-05-02T17:53:59.984" v="1755" actId="26606"/>
          <ac:spMkLst>
            <pc:docMk/>
            <pc:sldMk cId="511705865" sldId="275"/>
            <ac:spMk id="16" creationId="{CC5398C1-8D82-7F92-1E87-FED964F147D6}"/>
          </ac:spMkLst>
        </pc:spChg>
        <pc:spChg chg="add">
          <ac:chgData name="Jaidhar Ramagiri" userId="cb81ef85-643a-444c-ab62-567c975ae8d3" providerId="ADAL" clId="{85564D11-E7DC-449D-A028-CD4C636CB413}" dt="2026-05-02T17:53:59.984" v="1755" actId="26606"/>
          <ac:spMkLst>
            <pc:docMk/>
            <pc:sldMk cId="511705865" sldId="275"/>
            <ac:spMk id="21" creationId="{0EC38958-9A69-239A-BA79-2AEC73345F4B}"/>
          </ac:spMkLst>
        </pc:spChg>
        <pc:spChg chg="add">
          <ac:chgData name="Jaidhar Ramagiri" userId="cb81ef85-643a-444c-ab62-567c975ae8d3" providerId="ADAL" clId="{85564D11-E7DC-449D-A028-CD4C636CB413}" dt="2026-05-02T17:53:59.984" v="1755" actId="26606"/>
          <ac:spMkLst>
            <pc:docMk/>
            <pc:sldMk cId="511705865" sldId="275"/>
            <ac:spMk id="23" creationId="{6EC109E5-0396-8968-4F42-DFEC280363B6}"/>
          </ac:spMkLst>
        </pc:spChg>
        <pc:picChg chg="add mod">
          <ac:chgData name="Jaidhar Ramagiri" userId="cb81ef85-643a-444c-ab62-567c975ae8d3" providerId="ADAL" clId="{85564D11-E7DC-449D-A028-CD4C636CB413}" dt="2026-05-03T03:57:12.754" v="1980" actId="1076"/>
          <ac:picMkLst>
            <pc:docMk/>
            <pc:sldMk cId="511705865" sldId="275"/>
            <ac:picMk id="5" creationId="{6A41927A-05DF-3E3F-0402-C32ECAED2862}"/>
          </ac:picMkLst>
        </pc:picChg>
        <pc:picChg chg="del">
          <ac:chgData name="Jaidhar Ramagiri" userId="cb81ef85-643a-444c-ab62-567c975ae8d3" providerId="ADAL" clId="{85564D11-E7DC-449D-A028-CD4C636CB413}" dt="2026-05-02T17:53:35.299" v="1752" actId="478"/>
          <ac:picMkLst>
            <pc:docMk/>
            <pc:sldMk cId="511705865" sldId="275"/>
            <ac:picMk id="9" creationId="{08ECD456-C689-AD65-C7D0-80146CBE13D6}"/>
          </ac:picMkLst>
        </pc:picChg>
      </pc:sldChg>
      <pc:sldChg chg="addSp delSp modSp new mod setBg addAnim delAnim modAnim setClrOvrMap">
        <pc:chgData name="Jaidhar Ramagiri" userId="cb81ef85-643a-444c-ab62-567c975ae8d3" providerId="ADAL" clId="{85564D11-E7DC-449D-A028-CD4C636CB413}" dt="2026-05-03T03:57:49.955" v="1981"/>
        <pc:sldMkLst>
          <pc:docMk/>
          <pc:sldMk cId="472232103" sldId="276"/>
        </pc:sldMkLst>
        <pc:spChg chg="mod">
          <ac:chgData name="Jaidhar Ramagiri" userId="cb81ef85-643a-444c-ab62-567c975ae8d3" providerId="ADAL" clId="{85564D11-E7DC-449D-A028-CD4C636CB413}" dt="2026-05-02T18:34:59.526" v="1973" actId="1076"/>
          <ac:spMkLst>
            <pc:docMk/>
            <pc:sldMk cId="472232103" sldId="276"/>
            <ac:spMk id="2" creationId="{DFA54059-63AC-1AFE-1EE9-34B4B7F3174E}"/>
          </ac:spMkLst>
        </pc:spChg>
        <pc:spChg chg="del">
          <ac:chgData name="Jaidhar Ramagiri" userId="cb81ef85-643a-444c-ab62-567c975ae8d3" providerId="ADAL" clId="{85564D11-E7DC-449D-A028-CD4C636CB413}" dt="2026-05-02T18:33:23.613" v="1934" actId="478"/>
          <ac:spMkLst>
            <pc:docMk/>
            <pc:sldMk cId="472232103" sldId="276"/>
            <ac:spMk id="3" creationId="{F57D79F5-13BA-8AF1-5B5B-75BB42195299}"/>
          </ac:spMkLst>
        </pc:spChg>
        <pc:spChg chg="add del">
          <ac:chgData name="Jaidhar Ramagiri" userId="cb81ef85-643a-444c-ab62-567c975ae8d3" providerId="ADAL" clId="{85564D11-E7DC-449D-A028-CD4C636CB413}" dt="2026-05-02T18:33:43.353" v="1946" actId="26606"/>
          <ac:spMkLst>
            <pc:docMk/>
            <pc:sldMk cId="472232103" sldId="276"/>
            <ac:spMk id="8" creationId="{774A975B-A886-5202-0489-6965514A0D14}"/>
          </ac:spMkLst>
        </pc:spChg>
        <pc:spChg chg="add del">
          <ac:chgData name="Jaidhar Ramagiri" userId="cb81ef85-643a-444c-ab62-567c975ae8d3" providerId="ADAL" clId="{85564D11-E7DC-449D-A028-CD4C636CB413}" dt="2026-05-02T18:33:43.353" v="1946" actId="26606"/>
          <ac:spMkLst>
            <pc:docMk/>
            <pc:sldMk cId="472232103" sldId="276"/>
            <ac:spMk id="10" creationId="{EA67E988-5919-57BB-C7DE-D3EAD38A3045}"/>
          </ac:spMkLst>
        </pc:spChg>
        <pc:spChg chg="add del">
          <ac:chgData name="Jaidhar Ramagiri" userId="cb81ef85-643a-444c-ab62-567c975ae8d3" providerId="ADAL" clId="{85564D11-E7DC-449D-A028-CD4C636CB413}" dt="2026-05-02T18:33:43.353" v="1946" actId="26606"/>
          <ac:spMkLst>
            <pc:docMk/>
            <pc:sldMk cId="472232103" sldId="276"/>
            <ac:spMk id="12" creationId="{B7E2F724-2FB3-4D1D-A730-739B8654C030}"/>
          </ac:spMkLst>
        </pc:spChg>
        <pc:spChg chg="add del">
          <ac:chgData name="Jaidhar Ramagiri" userId="cb81ef85-643a-444c-ab62-567c975ae8d3" providerId="ADAL" clId="{85564D11-E7DC-449D-A028-CD4C636CB413}" dt="2026-05-02T18:33:43.353" v="1946" actId="26606"/>
          <ac:spMkLst>
            <pc:docMk/>
            <pc:sldMk cId="472232103" sldId="276"/>
            <ac:spMk id="14" creationId="{B2C335F7-F61C-4EB4-80F2-4B1438FE66BB}"/>
          </ac:spMkLst>
        </pc:spChg>
        <pc:spChg chg="add del">
          <ac:chgData name="Jaidhar Ramagiri" userId="cb81ef85-643a-444c-ab62-567c975ae8d3" providerId="ADAL" clId="{85564D11-E7DC-449D-A028-CD4C636CB413}" dt="2026-05-02T18:33:44.151" v="1949" actId="26606"/>
          <ac:spMkLst>
            <pc:docMk/>
            <pc:sldMk cId="472232103" sldId="276"/>
            <ac:spMk id="16" creationId="{B2C335F7-F61C-4EB4-80F2-4B1438FE66BB}"/>
          </ac:spMkLst>
        </pc:spChg>
        <pc:spChg chg="add del">
          <ac:chgData name="Jaidhar Ramagiri" userId="cb81ef85-643a-444c-ab62-567c975ae8d3" providerId="ADAL" clId="{85564D11-E7DC-449D-A028-CD4C636CB413}" dt="2026-05-02T18:33:44.151" v="1949" actId="26606"/>
          <ac:spMkLst>
            <pc:docMk/>
            <pc:sldMk cId="472232103" sldId="276"/>
            <ac:spMk id="17" creationId="{774A975B-A886-5202-0489-6965514A0D14}"/>
          </ac:spMkLst>
        </pc:spChg>
        <pc:spChg chg="add del">
          <ac:chgData name="Jaidhar Ramagiri" userId="cb81ef85-643a-444c-ab62-567c975ae8d3" providerId="ADAL" clId="{85564D11-E7DC-449D-A028-CD4C636CB413}" dt="2026-05-02T18:33:44.151" v="1949" actId="26606"/>
          <ac:spMkLst>
            <pc:docMk/>
            <pc:sldMk cId="472232103" sldId="276"/>
            <ac:spMk id="18" creationId="{EA67E988-5919-57BB-C7DE-D3EAD38A3045}"/>
          </ac:spMkLst>
        </pc:spChg>
        <pc:spChg chg="add del">
          <ac:chgData name="Jaidhar Ramagiri" userId="cb81ef85-643a-444c-ab62-567c975ae8d3" providerId="ADAL" clId="{85564D11-E7DC-449D-A028-CD4C636CB413}" dt="2026-05-02T18:33:44.151" v="1949" actId="26606"/>
          <ac:spMkLst>
            <pc:docMk/>
            <pc:sldMk cId="472232103" sldId="276"/>
            <ac:spMk id="19" creationId="{E20BB609-EF92-42DB-836C-0699A590B5CF}"/>
          </ac:spMkLst>
        </pc:spChg>
        <pc:spChg chg="add del">
          <ac:chgData name="Jaidhar Ramagiri" userId="cb81ef85-643a-444c-ab62-567c975ae8d3" providerId="ADAL" clId="{85564D11-E7DC-449D-A028-CD4C636CB413}" dt="2026-05-02T18:33:44.151" v="1949" actId="26606"/>
          <ac:spMkLst>
            <pc:docMk/>
            <pc:sldMk cId="472232103" sldId="276"/>
            <ac:spMk id="21" creationId="{637992A9-1E8C-4E57-B4F4-EE2D38E504A2}"/>
          </ac:spMkLst>
        </pc:spChg>
        <pc:spChg chg="add del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23" creationId="{774A975B-A886-5202-0489-6965514A0D14}"/>
          </ac:spMkLst>
        </pc:spChg>
        <pc:spChg chg="add del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24" creationId="{EA67E988-5919-57BB-C7DE-D3EAD38A3045}"/>
          </ac:spMkLst>
        </pc:spChg>
        <pc:spChg chg="add del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25" creationId="{B7E2F724-2FB3-4D1D-A730-739B8654C030}"/>
          </ac:spMkLst>
        </pc:spChg>
        <pc:spChg chg="add del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27" creationId="{B2C335F7-F61C-4EB4-80F2-4B1438FE66BB}"/>
          </ac:spMkLst>
        </pc:spChg>
        <pc:spChg chg="add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34" creationId="{EA67E988-5919-57BB-C7DE-D3EAD38A3045}"/>
          </ac:spMkLst>
        </pc:spChg>
        <pc:spChg chg="add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36" creationId="{E20BB609-EF92-42DB-836C-0699A590B5CF}"/>
          </ac:spMkLst>
        </pc:spChg>
        <pc:spChg chg="add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38" creationId="{ECF0998E-D577-43EA-A7B8-E3EC67F75955}"/>
          </ac:spMkLst>
        </pc:spChg>
        <pc:spChg chg="add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40" creationId="{B2C335F7-F61C-4EB4-80F2-4B1438FE66BB}"/>
          </ac:spMkLst>
        </pc:spChg>
        <pc:spChg chg="add">
          <ac:chgData name="Jaidhar Ramagiri" userId="cb81ef85-643a-444c-ab62-567c975ae8d3" providerId="ADAL" clId="{85564D11-E7DC-449D-A028-CD4C636CB413}" dt="2026-05-02T18:34:10.815" v="1953" actId="26606"/>
          <ac:spMkLst>
            <pc:docMk/>
            <pc:sldMk cId="472232103" sldId="276"/>
            <ac:spMk id="44" creationId="{F1189494-2B67-46D2-93D6-A122A09BF6B2}"/>
          </ac:spMkLst>
        </pc:spChg>
        <pc:picChg chg="add del">
          <ac:chgData name="Jaidhar Ramagiri" userId="cb81ef85-643a-444c-ab62-567c975ae8d3" providerId="ADAL" clId="{85564D11-E7DC-449D-A028-CD4C636CB413}" dt="2026-05-02T18:33:43.353" v="1946" actId="26606"/>
          <ac:picMkLst>
            <pc:docMk/>
            <pc:sldMk cId="472232103" sldId="276"/>
            <ac:picMk id="4" creationId="{D3DE6CBE-2C28-93FC-924F-59D9BFFA6810}"/>
          </ac:picMkLst>
        </pc:picChg>
        <pc:picChg chg="add del">
          <ac:chgData name="Jaidhar Ramagiri" userId="cb81ef85-643a-444c-ab62-567c975ae8d3" providerId="ADAL" clId="{85564D11-E7DC-449D-A028-CD4C636CB413}" dt="2026-05-02T18:33:44.151" v="1949" actId="26606"/>
          <ac:picMkLst>
            <pc:docMk/>
            <pc:sldMk cId="472232103" sldId="276"/>
            <ac:picMk id="20" creationId="{4342ACDF-34CF-C916-5B57-90F6A3CBF168}"/>
          </ac:picMkLst>
        </pc:picChg>
        <pc:picChg chg="add mod">
          <ac:chgData name="Jaidhar Ramagiri" userId="cb81ef85-643a-444c-ab62-567c975ae8d3" providerId="ADAL" clId="{85564D11-E7DC-449D-A028-CD4C636CB413}" dt="2026-05-02T18:34:22.658" v="1958" actId="1076"/>
          <ac:picMkLst>
            <pc:docMk/>
            <pc:sldMk cId="472232103" sldId="276"/>
            <ac:picMk id="26" creationId="{D3DE6CBE-2C28-93FC-924F-59D9BFFA6810}"/>
          </ac:picMkLst>
        </pc:picChg>
      </pc:sldChg>
      <pc:sldMasterChg chg="add del addSldLayout delSldLayout">
        <pc:chgData name="Jaidhar Ramagiri" userId="cb81ef85-643a-444c-ab62-567c975ae8d3" providerId="ADAL" clId="{85564D11-E7DC-449D-A028-CD4C636CB413}" dt="2026-05-02T09:47:22.992" v="36" actId="26606"/>
        <pc:sldMasterMkLst>
          <pc:docMk/>
          <pc:sldMasterMk cId="4002304979" sldId="2147483648"/>
        </pc:sldMasterMkLst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2380857285" sldId="2147483649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2071538023" sldId="2147483650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4221997573" sldId="2147483651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2795989273" sldId="2147483652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3307934896" sldId="2147483653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1953907846" sldId="2147483654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2578798667" sldId="2147483655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1529335918" sldId="2147483656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434840814" sldId="2147483657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3339082682" sldId="2147483658"/>
          </pc:sldLayoutMkLst>
        </pc:sldLayoutChg>
        <pc:sldLayoutChg chg="add del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4002304979" sldId="2147483648"/>
            <pc:sldLayoutMk cId="842815570" sldId="2147483659"/>
          </pc:sldLayoutMkLst>
        </pc:sldLayoutChg>
      </pc:sldMasterChg>
      <pc:sldMasterChg chg="add del addSldLayout delSldLayout">
        <pc:chgData name="Jaidhar Ramagiri" userId="cb81ef85-643a-444c-ab62-567c975ae8d3" providerId="ADAL" clId="{85564D11-E7DC-449D-A028-CD4C636CB413}" dt="2026-05-02T09:47:04.368" v="31" actId="26606"/>
        <pc:sldMasterMkLst>
          <pc:docMk/>
          <pc:sldMasterMk cId="3176405279" sldId="2147483673"/>
        </pc:sldMasterMkLst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2393037267" sldId="2147483662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2241644488" sldId="2147483663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821651407" sldId="2147483664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1624901374" sldId="2147483665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3544682495" sldId="2147483666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3821747734" sldId="2147483667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1372203185" sldId="2147483668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642346876" sldId="2147483669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3980559573" sldId="2147483670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2041415040" sldId="2147483671"/>
          </pc:sldLayoutMkLst>
        </pc:sldLayoutChg>
        <pc:sldLayoutChg chg="add del">
          <pc:chgData name="Jaidhar Ramagiri" userId="cb81ef85-643a-444c-ab62-567c975ae8d3" providerId="ADAL" clId="{85564D11-E7DC-449D-A028-CD4C636CB413}" dt="2026-05-02T09:47:04.368" v="31" actId="26606"/>
          <pc:sldLayoutMkLst>
            <pc:docMk/>
            <pc:sldMasterMk cId="3176405279" sldId="2147483673"/>
            <pc:sldLayoutMk cId="273806339" sldId="2147483672"/>
          </pc:sldLayoutMkLst>
        </pc:sldLayoutChg>
      </pc:sldMasterChg>
      <pc:sldMasterChg chg="add addSldLayout">
        <pc:chgData name="Jaidhar Ramagiri" userId="cb81ef85-643a-444c-ab62-567c975ae8d3" providerId="ADAL" clId="{85564D11-E7DC-449D-A028-CD4C636CB413}" dt="2026-05-02T09:47:22.992" v="36" actId="26606"/>
        <pc:sldMasterMkLst>
          <pc:docMk/>
          <pc:sldMasterMk cId="2184331417" sldId="2147483686"/>
        </pc:sldMasterMkLst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2184371350" sldId="2147483675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753587406" sldId="2147483676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3900250929" sldId="2147483677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3609101230" sldId="2147483678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1989310363" sldId="2147483679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3189396396" sldId="2147483680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3257524854" sldId="2147483681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248523537" sldId="2147483682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1841819404" sldId="2147483683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2795657729" sldId="2147483684"/>
          </pc:sldLayoutMkLst>
        </pc:sldLayoutChg>
        <pc:sldLayoutChg chg="add">
          <pc:chgData name="Jaidhar Ramagiri" userId="cb81ef85-643a-444c-ab62-567c975ae8d3" providerId="ADAL" clId="{85564D11-E7DC-449D-A028-CD4C636CB413}" dt="2026-05-02T09:47:22.992" v="36" actId="26606"/>
          <pc:sldLayoutMkLst>
            <pc:docMk/>
            <pc:sldMasterMk cId="2184331417" sldId="2147483686"/>
            <pc:sldLayoutMk cId="1229568925" sldId="2147483685"/>
          </pc:sldLayoutMkLst>
        </pc:sldLayoutChg>
      </pc:sldMasterChg>
      <pc:sldMasterChg chg="add del addSldLayout delSldLayout">
        <pc:chgData name="Jaidhar Ramagiri" userId="cb81ef85-643a-444c-ab62-567c975ae8d3" providerId="ADAL" clId="{85564D11-E7DC-449D-A028-CD4C636CB413}" dt="2026-05-02T09:47:11.466" v="33" actId="26606"/>
        <pc:sldMasterMkLst>
          <pc:docMk/>
          <pc:sldMasterMk cId="3822787552" sldId="2147483738"/>
        </pc:sldMasterMkLst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1377309083" sldId="2147483727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2572641068" sldId="2147483728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1994348414" sldId="2147483729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2937558188" sldId="2147483730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368055667" sldId="2147483731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83519232" sldId="2147483732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2993056438" sldId="2147483733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2346174629" sldId="2147483734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3628402616" sldId="2147483735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2177370355" sldId="2147483736"/>
          </pc:sldLayoutMkLst>
        </pc:sldLayoutChg>
        <pc:sldLayoutChg chg="add del">
          <pc:chgData name="Jaidhar Ramagiri" userId="cb81ef85-643a-444c-ab62-567c975ae8d3" providerId="ADAL" clId="{85564D11-E7DC-449D-A028-CD4C636CB413}" dt="2026-05-02T09:47:11.466" v="33" actId="26606"/>
          <pc:sldLayoutMkLst>
            <pc:docMk/>
            <pc:sldMasterMk cId="3822787552" sldId="2147483738"/>
            <pc:sldLayoutMk cId="3592760590" sldId="214748373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1AA8B6-1D06-4285-9053-BDEA25C274B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357402-1388-4EA0-8B9A-118A418BF65A}">
      <dgm:prSet/>
      <dgm:spPr/>
      <dgm:t>
        <a:bodyPr/>
        <a:lstStyle/>
        <a:p>
          <a:r>
            <a:rPr lang="en-US"/>
            <a:t>To combine information from 32 GRBs, a hierarchical Bayesian framework is implemented.</a:t>
          </a:r>
        </a:p>
      </dgm:t>
    </dgm:pt>
    <dgm:pt modelId="{0FDEC94F-804F-4FF4-BF90-A5EEECD15232}" type="parTrans" cxnId="{CF2CF859-FB83-4CCD-A967-B860C66530FF}">
      <dgm:prSet/>
      <dgm:spPr/>
      <dgm:t>
        <a:bodyPr/>
        <a:lstStyle/>
        <a:p>
          <a:endParaRPr lang="en-US"/>
        </a:p>
      </dgm:t>
    </dgm:pt>
    <dgm:pt modelId="{B9FFCABA-9F21-4C69-9A44-EC7C1863F39A}" type="sibTrans" cxnId="{CF2CF859-FB83-4CCD-A967-B860C66530FF}">
      <dgm:prSet/>
      <dgm:spPr/>
      <dgm:t>
        <a:bodyPr/>
        <a:lstStyle/>
        <a:p>
          <a:endParaRPr lang="en-US"/>
        </a:p>
      </dgm:t>
    </dgm:pt>
    <dgm:pt modelId="{62CB93A3-4A7B-4507-84C5-F781DED77818}">
      <dgm:prSet/>
      <dgm:spPr/>
      <dgm:t>
        <a:bodyPr/>
        <a:lstStyle/>
        <a:p>
          <a:r>
            <a:rPr lang="en-US"/>
            <a:t>Posterior samples from individual GRBs are used as inputs to a higher-level model and distribution of log10(EQG) across bursts is modeled using Gaussian distribution and Log-normal distribution.</a:t>
          </a:r>
        </a:p>
      </dgm:t>
    </dgm:pt>
    <dgm:pt modelId="{DA732F76-38EA-4B1C-B831-FF1E0795DA29}" type="parTrans" cxnId="{797E24EF-3D6B-4209-ABDB-FC8FE478CB11}">
      <dgm:prSet/>
      <dgm:spPr/>
      <dgm:t>
        <a:bodyPr/>
        <a:lstStyle/>
        <a:p>
          <a:endParaRPr lang="en-US"/>
        </a:p>
      </dgm:t>
    </dgm:pt>
    <dgm:pt modelId="{670C61BB-90F8-4621-9D28-2E6A1B2D0DAD}" type="sibTrans" cxnId="{797E24EF-3D6B-4209-ABDB-FC8FE478CB11}">
      <dgm:prSet/>
      <dgm:spPr/>
      <dgm:t>
        <a:bodyPr/>
        <a:lstStyle/>
        <a:p>
          <a:endParaRPr lang="en-US"/>
        </a:p>
      </dgm:t>
    </dgm:pt>
    <dgm:pt modelId="{0E29202E-1824-4ACD-B6E3-70C3E669C1E0}">
      <dgm:prSet/>
      <dgm:spPr/>
      <dgm:t>
        <a:bodyPr/>
        <a:lstStyle/>
        <a:p>
          <a:r>
            <a:rPr lang="en-US"/>
            <a:t>The hierarchical likelihood is constructed as:</a:t>
          </a:r>
        </a:p>
      </dgm:t>
    </dgm:pt>
    <dgm:pt modelId="{EF24013D-79FA-4D6D-A181-49AE46BF62E0}" type="parTrans" cxnId="{04E89B8A-0386-43FD-B99F-A671F6373A84}">
      <dgm:prSet/>
      <dgm:spPr/>
      <dgm:t>
        <a:bodyPr/>
        <a:lstStyle/>
        <a:p>
          <a:endParaRPr lang="en-US"/>
        </a:p>
      </dgm:t>
    </dgm:pt>
    <dgm:pt modelId="{46FD6A63-1AAF-42C9-947C-4897DAF98A81}" type="sibTrans" cxnId="{04E89B8A-0386-43FD-B99F-A671F6373A84}">
      <dgm:prSet/>
      <dgm:spPr/>
      <dgm:t>
        <a:bodyPr/>
        <a:lstStyle/>
        <a:p>
          <a:endParaRPr lang="en-US"/>
        </a:p>
      </dgm:t>
    </dgm:pt>
    <dgm:pt modelId="{66831CB9-B0E8-4888-A6AF-A7DDBDFA569E}">
      <dgm:prSet/>
      <dgm:spPr/>
      <dgm:t>
        <a:bodyPr/>
        <a:lstStyle/>
        <a:p>
          <a:r>
            <a:rPr lang="en-US" dirty="0"/>
            <a:t>where (µ,σ) are hyperparameters describing the population distribution</a:t>
          </a:r>
        </a:p>
      </dgm:t>
    </dgm:pt>
    <dgm:pt modelId="{36A1E171-51D1-4355-8842-A7387589FA10}" type="parTrans" cxnId="{546862BA-4FFC-45BD-8726-A54DC9CEE4E4}">
      <dgm:prSet/>
      <dgm:spPr/>
      <dgm:t>
        <a:bodyPr/>
        <a:lstStyle/>
        <a:p>
          <a:endParaRPr lang="en-US"/>
        </a:p>
      </dgm:t>
    </dgm:pt>
    <dgm:pt modelId="{92023DDC-E774-4517-B1DC-C50E92E8ED1C}" type="sibTrans" cxnId="{546862BA-4FFC-45BD-8726-A54DC9CEE4E4}">
      <dgm:prSet/>
      <dgm:spPr/>
      <dgm:t>
        <a:bodyPr/>
        <a:lstStyle/>
        <a:p>
          <a:endParaRPr lang="en-US"/>
        </a:p>
      </dgm:t>
    </dgm:pt>
    <dgm:pt modelId="{385D381C-1FA6-435C-B1E2-D238DD03BD4D}" type="pres">
      <dgm:prSet presAssocID="{101AA8B6-1D06-4285-9053-BDEA25C274B8}" presName="vert0" presStyleCnt="0">
        <dgm:presLayoutVars>
          <dgm:dir/>
          <dgm:animOne val="branch"/>
          <dgm:animLvl val="lvl"/>
        </dgm:presLayoutVars>
      </dgm:prSet>
      <dgm:spPr/>
    </dgm:pt>
    <dgm:pt modelId="{49EB1687-F0A5-4275-AC01-D805917A1DA3}" type="pres">
      <dgm:prSet presAssocID="{81357402-1388-4EA0-8B9A-118A418BF65A}" presName="thickLine" presStyleLbl="alignNode1" presStyleIdx="0" presStyleCnt="4"/>
      <dgm:spPr/>
    </dgm:pt>
    <dgm:pt modelId="{C59CE994-6554-4F45-9431-EA9DEDD9529B}" type="pres">
      <dgm:prSet presAssocID="{81357402-1388-4EA0-8B9A-118A418BF65A}" presName="horz1" presStyleCnt="0"/>
      <dgm:spPr/>
    </dgm:pt>
    <dgm:pt modelId="{72B03ED5-210D-4FB0-A7D8-FD2F36488741}" type="pres">
      <dgm:prSet presAssocID="{81357402-1388-4EA0-8B9A-118A418BF65A}" presName="tx1" presStyleLbl="revTx" presStyleIdx="0" presStyleCnt="4"/>
      <dgm:spPr/>
    </dgm:pt>
    <dgm:pt modelId="{43B449B3-50A0-4E69-BB9E-44218B168AC1}" type="pres">
      <dgm:prSet presAssocID="{81357402-1388-4EA0-8B9A-118A418BF65A}" presName="vert1" presStyleCnt="0"/>
      <dgm:spPr/>
    </dgm:pt>
    <dgm:pt modelId="{1EAE451C-1325-4195-AEB8-A0F0D011FCBD}" type="pres">
      <dgm:prSet presAssocID="{62CB93A3-4A7B-4507-84C5-F781DED77818}" presName="thickLine" presStyleLbl="alignNode1" presStyleIdx="1" presStyleCnt="4"/>
      <dgm:spPr/>
    </dgm:pt>
    <dgm:pt modelId="{E18C3147-6EB8-447C-9EF7-F8CCC57D00ED}" type="pres">
      <dgm:prSet presAssocID="{62CB93A3-4A7B-4507-84C5-F781DED77818}" presName="horz1" presStyleCnt="0"/>
      <dgm:spPr/>
    </dgm:pt>
    <dgm:pt modelId="{FAEA5C97-415A-44CD-9C92-C6D38E3A3284}" type="pres">
      <dgm:prSet presAssocID="{62CB93A3-4A7B-4507-84C5-F781DED77818}" presName="tx1" presStyleLbl="revTx" presStyleIdx="1" presStyleCnt="4"/>
      <dgm:spPr/>
    </dgm:pt>
    <dgm:pt modelId="{A762EB4F-D810-4AAE-B31F-62086FD4E230}" type="pres">
      <dgm:prSet presAssocID="{62CB93A3-4A7B-4507-84C5-F781DED77818}" presName="vert1" presStyleCnt="0"/>
      <dgm:spPr/>
    </dgm:pt>
    <dgm:pt modelId="{1E429F97-CD35-47A9-9901-BD14C601772B}" type="pres">
      <dgm:prSet presAssocID="{0E29202E-1824-4ACD-B6E3-70C3E669C1E0}" presName="thickLine" presStyleLbl="alignNode1" presStyleIdx="2" presStyleCnt="4"/>
      <dgm:spPr/>
    </dgm:pt>
    <dgm:pt modelId="{310AE4BF-1973-4957-9009-B81011B5CAD9}" type="pres">
      <dgm:prSet presAssocID="{0E29202E-1824-4ACD-B6E3-70C3E669C1E0}" presName="horz1" presStyleCnt="0"/>
      <dgm:spPr/>
    </dgm:pt>
    <dgm:pt modelId="{7A0B6316-1CAF-489D-96DA-811C66BD1DEA}" type="pres">
      <dgm:prSet presAssocID="{0E29202E-1824-4ACD-B6E3-70C3E669C1E0}" presName="tx1" presStyleLbl="revTx" presStyleIdx="2" presStyleCnt="4"/>
      <dgm:spPr/>
    </dgm:pt>
    <dgm:pt modelId="{8AE44BFD-876F-42C3-A190-D18CA1626A3E}" type="pres">
      <dgm:prSet presAssocID="{0E29202E-1824-4ACD-B6E3-70C3E669C1E0}" presName="vert1" presStyleCnt="0"/>
      <dgm:spPr/>
    </dgm:pt>
    <dgm:pt modelId="{3016C5E6-64B3-4D4F-975F-7CEFAE282FA0}" type="pres">
      <dgm:prSet presAssocID="{66831CB9-B0E8-4888-A6AF-A7DDBDFA569E}" presName="thickLine" presStyleLbl="alignNode1" presStyleIdx="3" presStyleCnt="4"/>
      <dgm:spPr/>
    </dgm:pt>
    <dgm:pt modelId="{3746C1E0-1DF0-4087-BBBC-4245B5F58F15}" type="pres">
      <dgm:prSet presAssocID="{66831CB9-B0E8-4888-A6AF-A7DDBDFA569E}" presName="horz1" presStyleCnt="0"/>
      <dgm:spPr/>
    </dgm:pt>
    <dgm:pt modelId="{6C26124B-C074-4063-BDCB-FA1D4B452372}" type="pres">
      <dgm:prSet presAssocID="{66831CB9-B0E8-4888-A6AF-A7DDBDFA569E}" presName="tx1" presStyleLbl="revTx" presStyleIdx="3" presStyleCnt="4"/>
      <dgm:spPr/>
    </dgm:pt>
    <dgm:pt modelId="{5FBC0089-7040-4C34-9CCD-5A7F5494C868}" type="pres">
      <dgm:prSet presAssocID="{66831CB9-B0E8-4888-A6AF-A7DDBDFA569E}" presName="vert1" presStyleCnt="0"/>
      <dgm:spPr/>
    </dgm:pt>
  </dgm:ptLst>
  <dgm:cxnLst>
    <dgm:cxn modelId="{EC32F823-C3CA-4562-A066-662DD908499F}" type="presOf" srcId="{0E29202E-1824-4ACD-B6E3-70C3E669C1E0}" destId="{7A0B6316-1CAF-489D-96DA-811C66BD1DEA}" srcOrd="0" destOrd="0" presId="urn:microsoft.com/office/officeart/2008/layout/LinedList"/>
    <dgm:cxn modelId="{39591844-D8BB-413C-AB9B-9FF3785F03FA}" type="presOf" srcId="{66831CB9-B0E8-4888-A6AF-A7DDBDFA569E}" destId="{6C26124B-C074-4063-BDCB-FA1D4B452372}" srcOrd="0" destOrd="0" presId="urn:microsoft.com/office/officeart/2008/layout/LinedList"/>
    <dgm:cxn modelId="{CF2CF859-FB83-4CCD-A967-B860C66530FF}" srcId="{101AA8B6-1D06-4285-9053-BDEA25C274B8}" destId="{81357402-1388-4EA0-8B9A-118A418BF65A}" srcOrd="0" destOrd="0" parTransId="{0FDEC94F-804F-4FF4-BF90-A5EEECD15232}" sibTransId="{B9FFCABA-9F21-4C69-9A44-EC7C1863F39A}"/>
    <dgm:cxn modelId="{CACBEE81-3638-457F-86DA-03BAD41D7C7E}" type="presOf" srcId="{101AA8B6-1D06-4285-9053-BDEA25C274B8}" destId="{385D381C-1FA6-435C-B1E2-D238DD03BD4D}" srcOrd="0" destOrd="0" presId="urn:microsoft.com/office/officeart/2008/layout/LinedList"/>
    <dgm:cxn modelId="{EDEFD785-A94D-4C1C-AF9D-8B18A476E849}" type="presOf" srcId="{62CB93A3-4A7B-4507-84C5-F781DED77818}" destId="{FAEA5C97-415A-44CD-9C92-C6D38E3A3284}" srcOrd="0" destOrd="0" presId="urn:microsoft.com/office/officeart/2008/layout/LinedList"/>
    <dgm:cxn modelId="{04E89B8A-0386-43FD-B99F-A671F6373A84}" srcId="{101AA8B6-1D06-4285-9053-BDEA25C274B8}" destId="{0E29202E-1824-4ACD-B6E3-70C3E669C1E0}" srcOrd="2" destOrd="0" parTransId="{EF24013D-79FA-4D6D-A181-49AE46BF62E0}" sibTransId="{46FD6A63-1AAF-42C9-947C-4897DAF98A81}"/>
    <dgm:cxn modelId="{546862BA-4FFC-45BD-8726-A54DC9CEE4E4}" srcId="{101AA8B6-1D06-4285-9053-BDEA25C274B8}" destId="{66831CB9-B0E8-4888-A6AF-A7DDBDFA569E}" srcOrd="3" destOrd="0" parTransId="{36A1E171-51D1-4355-8842-A7387589FA10}" sibTransId="{92023DDC-E774-4517-B1DC-C50E92E8ED1C}"/>
    <dgm:cxn modelId="{797E24EF-3D6B-4209-ABDB-FC8FE478CB11}" srcId="{101AA8B6-1D06-4285-9053-BDEA25C274B8}" destId="{62CB93A3-4A7B-4507-84C5-F781DED77818}" srcOrd="1" destOrd="0" parTransId="{DA732F76-38EA-4B1C-B831-FF1E0795DA29}" sibTransId="{670C61BB-90F8-4621-9D28-2E6A1B2D0DAD}"/>
    <dgm:cxn modelId="{CF34D3EF-CD0A-4FB3-9636-6928CAA3CCA0}" type="presOf" srcId="{81357402-1388-4EA0-8B9A-118A418BF65A}" destId="{72B03ED5-210D-4FB0-A7D8-FD2F36488741}" srcOrd="0" destOrd="0" presId="urn:microsoft.com/office/officeart/2008/layout/LinedList"/>
    <dgm:cxn modelId="{E7954D65-3B18-4945-B71A-9CCEC11CAE1C}" type="presParOf" srcId="{385D381C-1FA6-435C-B1E2-D238DD03BD4D}" destId="{49EB1687-F0A5-4275-AC01-D805917A1DA3}" srcOrd="0" destOrd="0" presId="urn:microsoft.com/office/officeart/2008/layout/LinedList"/>
    <dgm:cxn modelId="{23C99C89-3AC4-4267-8A98-06EB8FA63657}" type="presParOf" srcId="{385D381C-1FA6-435C-B1E2-D238DD03BD4D}" destId="{C59CE994-6554-4F45-9431-EA9DEDD9529B}" srcOrd="1" destOrd="0" presId="urn:microsoft.com/office/officeart/2008/layout/LinedList"/>
    <dgm:cxn modelId="{1218D581-2870-4F46-BAA5-DC9C6F479C01}" type="presParOf" srcId="{C59CE994-6554-4F45-9431-EA9DEDD9529B}" destId="{72B03ED5-210D-4FB0-A7D8-FD2F36488741}" srcOrd="0" destOrd="0" presId="urn:microsoft.com/office/officeart/2008/layout/LinedList"/>
    <dgm:cxn modelId="{FA345F9A-8D4F-4B84-83F6-7E1A64464E40}" type="presParOf" srcId="{C59CE994-6554-4F45-9431-EA9DEDD9529B}" destId="{43B449B3-50A0-4E69-BB9E-44218B168AC1}" srcOrd="1" destOrd="0" presId="urn:microsoft.com/office/officeart/2008/layout/LinedList"/>
    <dgm:cxn modelId="{9B6E5714-825A-467F-B9CC-34955CF96882}" type="presParOf" srcId="{385D381C-1FA6-435C-B1E2-D238DD03BD4D}" destId="{1EAE451C-1325-4195-AEB8-A0F0D011FCBD}" srcOrd="2" destOrd="0" presId="urn:microsoft.com/office/officeart/2008/layout/LinedList"/>
    <dgm:cxn modelId="{1A20C5CD-1507-4D4F-A973-D13F69A1C41E}" type="presParOf" srcId="{385D381C-1FA6-435C-B1E2-D238DD03BD4D}" destId="{E18C3147-6EB8-447C-9EF7-F8CCC57D00ED}" srcOrd="3" destOrd="0" presId="urn:microsoft.com/office/officeart/2008/layout/LinedList"/>
    <dgm:cxn modelId="{F6087E7D-49F2-436B-BEA6-E52A6622E67E}" type="presParOf" srcId="{E18C3147-6EB8-447C-9EF7-F8CCC57D00ED}" destId="{FAEA5C97-415A-44CD-9C92-C6D38E3A3284}" srcOrd="0" destOrd="0" presId="urn:microsoft.com/office/officeart/2008/layout/LinedList"/>
    <dgm:cxn modelId="{1A58EF42-40D3-4266-8072-CF533CDCE2CC}" type="presParOf" srcId="{E18C3147-6EB8-447C-9EF7-F8CCC57D00ED}" destId="{A762EB4F-D810-4AAE-B31F-62086FD4E230}" srcOrd="1" destOrd="0" presId="urn:microsoft.com/office/officeart/2008/layout/LinedList"/>
    <dgm:cxn modelId="{0855A8A8-AF19-4CF2-A3BE-A81D0CEB15BA}" type="presParOf" srcId="{385D381C-1FA6-435C-B1E2-D238DD03BD4D}" destId="{1E429F97-CD35-47A9-9901-BD14C601772B}" srcOrd="4" destOrd="0" presId="urn:microsoft.com/office/officeart/2008/layout/LinedList"/>
    <dgm:cxn modelId="{298E4B41-59D5-44BF-B015-2EBF55F725E7}" type="presParOf" srcId="{385D381C-1FA6-435C-B1E2-D238DD03BD4D}" destId="{310AE4BF-1973-4957-9009-B81011B5CAD9}" srcOrd="5" destOrd="0" presId="urn:microsoft.com/office/officeart/2008/layout/LinedList"/>
    <dgm:cxn modelId="{C97932A3-5CEF-4C72-A661-FD5B6ADAC4F0}" type="presParOf" srcId="{310AE4BF-1973-4957-9009-B81011B5CAD9}" destId="{7A0B6316-1CAF-489D-96DA-811C66BD1DEA}" srcOrd="0" destOrd="0" presId="urn:microsoft.com/office/officeart/2008/layout/LinedList"/>
    <dgm:cxn modelId="{E736D7D1-7107-462E-8657-ED3ACFF51433}" type="presParOf" srcId="{310AE4BF-1973-4957-9009-B81011B5CAD9}" destId="{8AE44BFD-876F-42C3-A190-D18CA1626A3E}" srcOrd="1" destOrd="0" presId="urn:microsoft.com/office/officeart/2008/layout/LinedList"/>
    <dgm:cxn modelId="{298B7250-B654-4FF3-80EC-418508CE8838}" type="presParOf" srcId="{385D381C-1FA6-435C-B1E2-D238DD03BD4D}" destId="{3016C5E6-64B3-4D4F-975F-7CEFAE282FA0}" srcOrd="6" destOrd="0" presId="urn:microsoft.com/office/officeart/2008/layout/LinedList"/>
    <dgm:cxn modelId="{2578C74F-80FF-42D9-9204-2312236562CE}" type="presParOf" srcId="{385D381C-1FA6-435C-B1E2-D238DD03BD4D}" destId="{3746C1E0-1DF0-4087-BBBC-4245B5F58F15}" srcOrd="7" destOrd="0" presId="urn:microsoft.com/office/officeart/2008/layout/LinedList"/>
    <dgm:cxn modelId="{BF721683-ADEB-4CB0-AAB1-E9526DEBE2A6}" type="presParOf" srcId="{3746C1E0-1DF0-4087-BBBC-4245B5F58F15}" destId="{6C26124B-C074-4063-BDCB-FA1D4B452372}" srcOrd="0" destOrd="0" presId="urn:microsoft.com/office/officeart/2008/layout/LinedList"/>
    <dgm:cxn modelId="{90F2A2D1-BB90-48BD-B825-D5002E62EE1C}" type="presParOf" srcId="{3746C1E0-1DF0-4087-BBBC-4245B5F58F15}" destId="{5FBC0089-7040-4C34-9CCD-5A7F5494C86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B1687-F0A5-4275-AC01-D805917A1DA3}">
      <dsp:nvSpPr>
        <dsp:cNvPr id="0" name=""/>
        <dsp:cNvSpPr/>
      </dsp:nvSpPr>
      <dsp:spPr>
        <a:xfrm>
          <a:off x="0" y="0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03ED5-210D-4FB0-A7D8-FD2F36488741}">
      <dsp:nvSpPr>
        <dsp:cNvPr id="0" name=""/>
        <dsp:cNvSpPr/>
      </dsp:nvSpPr>
      <dsp:spPr>
        <a:xfrm>
          <a:off x="0" y="0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 combine information from 32 GRBs, a hierarchical Bayesian framework is implemented.</a:t>
          </a:r>
        </a:p>
      </dsp:txBody>
      <dsp:txXfrm>
        <a:off x="0" y="0"/>
        <a:ext cx="7306056" cy="1252727"/>
      </dsp:txXfrm>
    </dsp:sp>
    <dsp:sp modelId="{1EAE451C-1325-4195-AEB8-A0F0D011FCBD}">
      <dsp:nvSpPr>
        <dsp:cNvPr id="0" name=""/>
        <dsp:cNvSpPr/>
      </dsp:nvSpPr>
      <dsp:spPr>
        <a:xfrm>
          <a:off x="0" y="1252728"/>
          <a:ext cx="7306056" cy="0"/>
        </a:xfrm>
        <a:prstGeom prst="line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A5C97-415A-44CD-9C92-C6D38E3A3284}">
      <dsp:nvSpPr>
        <dsp:cNvPr id="0" name=""/>
        <dsp:cNvSpPr/>
      </dsp:nvSpPr>
      <dsp:spPr>
        <a:xfrm>
          <a:off x="0" y="1252727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Posterior samples from individual GRBs are used as inputs to a higher-level model and distribution of log10(EQG) across bursts is modeled using Gaussian distribution and Log-normal distribution.</a:t>
          </a:r>
        </a:p>
      </dsp:txBody>
      <dsp:txXfrm>
        <a:off x="0" y="1252727"/>
        <a:ext cx="7306056" cy="1252727"/>
      </dsp:txXfrm>
    </dsp:sp>
    <dsp:sp modelId="{1E429F97-CD35-47A9-9901-BD14C601772B}">
      <dsp:nvSpPr>
        <dsp:cNvPr id="0" name=""/>
        <dsp:cNvSpPr/>
      </dsp:nvSpPr>
      <dsp:spPr>
        <a:xfrm>
          <a:off x="0" y="2505456"/>
          <a:ext cx="7306056" cy="0"/>
        </a:xfrm>
        <a:prstGeom prst="line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B6316-1CAF-489D-96DA-811C66BD1DEA}">
      <dsp:nvSpPr>
        <dsp:cNvPr id="0" name=""/>
        <dsp:cNvSpPr/>
      </dsp:nvSpPr>
      <dsp:spPr>
        <a:xfrm>
          <a:off x="0" y="2505455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hierarchical likelihood is constructed as:</a:t>
          </a:r>
        </a:p>
      </dsp:txBody>
      <dsp:txXfrm>
        <a:off x="0" y="2505455"/>
        <a:ext cx="7306056" cy="1252727"/>
      </dsp:txXfrm>
    </dsp:sp>
    <dsp:sp modelId="{3016C5E6-64B3-4D4F-975F-7CEFAE282FA0}">
      <dsp:nvSpPr>
        <dsp:cNvPr id="0" name=""/>
        <dsp:cNvSpPr/>
      </dsp:nvSpPr>
      <dsp:spPr>
        <a:xfrm>
          <a:off x="0" y="3758184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6124B-C074-4063-BDCB-FA1D4B452372}">
      <dsp:nvSpPr>
        <dsp:cNvPr id="0" name=""/>
        <dsp:cNvSpPr/>
      </dsp:nvSpPr>
      <dsp:spPr>
        <a:xfrm>
          <a:off x="0" y="3758183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where (µ,σ) are hyperparameters describing the population distribution</a:t>
          </a:r>
        </a:p>
      </dsp:txBody>
      <dsp:txXfrm>
        <a:off x="0" y="3758183"/>
        <a:ext cx="7306056" cy="1252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CB3EF-B9D5-4A54-8FBE-77D118F864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09BD3-4DC2-412E-B110-2EC81791B2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846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D880-6125-4C90-944E-484771807401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24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8E0-0126-4056-8D3C-DD42D0DB6366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632-7442-4ED2-94EA-6B48A29B501E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1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AE9E-4562-4157-A4DF-A8BFA26360F8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5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0934-46F1-4CA0-9D79-88B2214D2C7C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68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96447-C560-4294-B904-BBF7478C3E42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1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8029-6C0B-447F-9E09-19F5CF9FABA8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7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FBFF6-3CE6-4D3F-8F9E-A88D757C3446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8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FF90-4A6F-4F37-B8EB-E7EB5BCB7857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50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68317-A3DF-45C5-BE04-8719AF80003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0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AE55B-2374-47CA-8F94-10014A736275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9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3D63BA1-8DF6-4060-88EF-7DFF4B2A7FB1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3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ilygalaxy.com/2025/09/solar-flares-hotter-than-anyone-expected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troblogs.nl/2017/01/15/mmmmm-das-interessant-de-gammaflits-grb160625-vertoonde-een-spectrale-dispersie/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cs.wikipedia.org/wiki/Swift_Gamma-Ray_Burst_Mission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hoto-of-mountains-during-sunset-777211/" TargetMode="Externa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CB5001-278E-70A1-971A-30E81FE807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900" b="12428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03C965-A158-809C-A54B-51D876369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1216930" cy="245059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dirty="0">
                <a:solidFill>
                  <a:srgbClr val="FFFFFF"/>
                </a:solidFill>
              </a:rPr>
              <a:t>Reproducing Bayesian Constraints on Cosmological Parameters and Lorentz Invariance</a:t>
            </a:r>
            <a:endParaRPr lang="en-IN" sz="3800" dirty="0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4C69C06-31C0-057E-ED18-6B0CF9AEB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9018016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</a:rPr>
              <a:t>B. tech. Project II	-	6th Semester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</a:rPr>
              <a:t>Ramagiri Jaidhar 	- 	EP23BTECH11021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</a:rPr>
              <a:t>Supervisor		- 	Dr. Shantanu Desai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2D5A79-4C9B-086E-DC19-5B8DA364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66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A4A10-32BD-898F-1EF6-9D0B66C8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IN" dirty="0"/>
              <a:t>Project Overview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2911C-CA64-1B9D-394B-5C21DECE7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This project replicates findings from two different research papers which use Bayesian approaches in cosmology and high energy astrophysics.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In the </a:t>
            </a:r>
            <a:r>
              <a:rPr lang="en-US" altLang="en-US" b="1" dirty="0">
                <a:latin typeface="Arial" panose="020B0604020202020204" pitchFamily="34" charset="0"/>
              </a:rPr>
              <a:t>first paper</a:t>
            </a:r>
            <a:r>
              <a:rPr lang="en-US" altLang="en-US" dirty="0">
                <a:latin typeface="Arial" panose="020B0604020202020204" pitchFamily="34" charset="0"/>
              </a:rPr>
              <a:t>, H(z) data from cosmic chronometers is used to test cosmological models such as ΛCDM to understand any systematics involved and uses Bayesian approaches.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In the </a:t>
            </a:r>
            <a:r>
              <a:rPr lang="en-US" altLang="en-US" b="1" dirty="0">
                <a:latin typeface="Arial" panose="020B0604020202020204" pitchFamily="34" charset="0"/>
              </a:rPr>
              <a:t>second paper</a:t>
            </a:r>
            <a:r>
              <a:rPr lang="en-US" altLang="en-US" dirty="0">
                <a:latin typeface="Arial" panose="020B0604020202020204" pitchFamily="34" charset="0"/>
              </a:rPr>
              <a:t>, a hierarchical Bayesian approach is used in investigating potential violations of Lorentz invariance using GRB spectral lag data.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Bayesian analysis involves building up likelihoods, selecting appropriate priors, and finding posteriors using MCMC.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The results obtained in this project replicate those of the original papers, except for some minor variations due to simplifying assumptions in the analysis.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DEC21-8C2A-795E-6087-503A859F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5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368FD6-AFA8-4A60-DFCF-3616DA14F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127" r="-1" b="2874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7FCD1-71F6-F29F-2813-00FE1773D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745770" cy="301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Cosmic Chronometer Analysis H(z)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67B305-0D91-A393-F0BB-660087B5C8FB}"/>
              </a:ext>
            </a:extLst>
          </p:cNvPr>
          <p:cNvSpPr txBox="1"/>
          <p:nvPr/>
        </p:nvSpPr>
        <p:spPr>
          <a:xfrm>
            <a:off x="9740846" y="6657945"/>
            <a:ext cx="244810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3" tooltip="https://dailygalaxy.com/2025/09/solar-flares-hotter-than-anyone-expected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N" sz="700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27E837-7DDD-6EFC-BB59-0E192B21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85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7EFF-5362-6489-460A-F1A05AF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4128"/>
          </a:xfrm>
        </p:spPr>
        <p:txBody>
          <a:bodyPr/>
          <a:lstStyle/>
          <a:p>
            <a:r>
              <a:rPr lang="en-IN" dirty="0"/>
              <a:t>Theoretical Foundation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4028-84A3-BFAB-EE13-D47454FCF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48840"/>
            <a:ext cx="11155680" cy="4178808"/>
          </a:xfrm>
        </p:spPr>
        <p:txBody>
          <a:bodyPr>
            <a:normAutofit/>
          </a:bodyPr>
          <a:lstStyle/>
          <a:p>
            <a:r>
              <a:rPr lang="en-US" dirty="0"/>
              <a:t>The current standard model of cosmology (ΛCDM model) assumes that the Universe is homogeneous and isotropic on large scales this is governed by Friedmann Lemaıtre Robertson Walker (FLRW</a:t>
            </a:r>
            <a:r>
              <a:rPr lang="en-IN" dirty="0"/>
              <a:t>) metric</a:t>
            </a:r>
          </a:p>
          <a:p>
            <a:r>
              <a:rPr lang="en-US" dirty="0"/>
              <a:t> the Hubble parameter for a non-flat ΛCDM model (OΛCDM) :</a:t>
            </a:r>
          </a:p>
          <a:p>
            <a:endParaRPr lang="en-US" dirty="0"/>
          </a:p>
          <a:p>
            <a:r>
              <a:rPr lang="en-US" dirty="0"/>
              <a:t>In case of a spatially flat Universe (Ωk = 0), the model simplifies to:</a:t>
            </a:r>
          </a:p>
          <a:p>
            <a:endParaRPr lang="en-US" dirty="0"/>
          </a:p>
          <a:p>
            <a:r>
              <a:rPr lang="en-US" dirty="0"/>
              <a:t>where </a:t>
            </a:r>
            <a:r>
              <a:rPr lang="en-IN" dirty="0"/>
              <a:t>H(z) is expansion rate, </a:t>
            </a:r>
            <a:r>
              <a:rPr lang="en-US" dirty="0"/>
              <a:t>H0 is the present-day Hubble constant, and Ωm, Ωk, and ΩΛ are the density parameters corresponding to matter, curvature, and dark energy, respectively.</a:t>
            </a:r>
          </a:p>
          <a:p>
            <a:r>
              <a:rPr lang="en-US" dirty="0"/>
              <a:t>Cosmic chronometers use the differential age of galaxies to measure H(z) without assuming a specific model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9ADE0-54B8-1949-25CC-09209DD6E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524" y="3232140"/>
            <a:ext cx="6045511" cy="393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A76F30-80DE-885E-8E7F-1CBF5DF4C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994" y="3909256"/>
            <a:ext cx="4287798" cy="6111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70079-8BEC-C595-6105-F8A324BC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5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70DF-37D6-8F4A-A2F1-339EA1A5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23544"/>
          </a:xfrm>
        </p:spPr>
        <p:txBody>
          <a:bodyPr/>
          <a:lstStyle/>
          <a:p>
            <a:r>
              <a:rPr lang="en-IN" dirty="0"/>
              <a:t>Methodology – H(z)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AE29A-973B-5029-68E1-51214C5F1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49" y="1901952"/>
            <a:ext cx="11155680" cy="3767328"/>
          </a:xfrm>
        </p:spPr>
        <p:txBody>
          <a:bodyPr/>
          <a:lstStyle/>
          <a:p>
            <a:r>
              <a:rPr lang="en-US" b="1" dirty="0"/>
              <a:t>Dataset:</a:t>
            </a:r>
            <a:r>
              <a:rPr lang="en-US" dirty="0"/>
              <a:t> 32 cosmic chronometer measurements across various redshifts.</a:t>
            </a:r>
          </a:p>
          <a:p>
            <a:r>
              <a:rPr lang="en-US" altLang="en-US" b="1" dirty="0">
                <a:latin typeface="Google Sans Text"/>
              </a:rPr>
              <a:t>Goodness-of-Fit Analysis:</a:t>
            </a:r>
            <a:r>
              <a:rPr lang="en-US" altLang="en-US" dirty="0">
                <a:latin typeface="Google Sans Text"/>
              </a:rPr>
              <a:t> Initial </a:t>
            </a:r>
            <a:r>
              <a:rPr lang="el-GR" dirty="0"/>
              <a:t>χ2</a:t>
            </a:r>
            <a:r>
              <a:rPr lang="en-US" altLang="en-US" dirty="0">
                <a:latin typeface="Google Sans Text"/>
              </a:rPr>
              <a:t> suggests observational uncertainties in the H(z) dataset are overestimated</a:t>
            </a:r>
          </a:p>
          <a:p>
            <a:r>
              <a:rPr lang="en-US" altLang="en-US" b="1" dirty="0">
                <a:latin typeface="Google Sans Text"/>
              </a:rPr>
              <a:t>Bayesian Correction:</a:t>
            </a:r>
            <a:r>
              <a:rPr lang="en-US" altLang="en-US" dirty="0"/>
              <a:t> Introduced a correction factor </a:t>
            </a:r>
            <a:r>
              <a:rPr lang="en-US" altLang="en-US" dirty="0">
                <a:latin typeface="Google Sans Text"/>
              </a:rPr>
              <a:t>f</a:t>
            </a:r>
            <a:r>
              <a:rPr lang="en-US" altLang="en-US" dirty="0"/>
              <a:t> to rescale the uncertainties.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AD812B-5536-39D0-4751-ED65E1FA8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109" y="2663332"/>
            <a:ext cx="2032104" cy="5842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F4E90D-2B93-F806-E6D3-1693F333A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247562"/>
            <a:ext cx="8344541" cy="33452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54C08B-4962-4D0A-3A73-FC101DD87738}"/>
              </a:ext>
            </a:extLst>
          </p:cNvPr>
          <p:cNvSpPr txBox="1"/>
          <p:nvPr/>
        </p:nvSpPr>
        <p:spPr>
          <a:xfrm>
            <a:off x="8400855" y="3675914"/>
            <a:ext cx="3363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chi-square statistic is evaluated numerically as: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988AF1B-4FC4-A536-A3D4-65F51924E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855" y="4256939"/>
            <a:ext cx="3791145" cy="5270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87216B-059C-16E3-1390-7CA087CD7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364" y="5539682"/>
            <a:ext cx="1352620" cy="4508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F0C1233-711C-E12D-D0BD-DD5A42485101}"/>
              </a:ext>
            </a:extLst>
          </p:cNvPr>
          <p:cNvSpPr txBox="1"/>
          <p:nvPr/>
        </p:nvSpPr>
        <p:spPr>
          <a:xfrm>
            <a:off x="8343078" y="4831273"/>
            <a:ext cx="3140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corresponding log-likelihood is implemented as: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2C0E5-80F7-D105-AB8F-987D983A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12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9C548-F757-DEF8-261A-E30CFD87D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D411-80EE-3AE7-EDAC-D76B593E0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169429"/>
            <a:ext cx="11155680" cy="923544"/>
          </a:xfrm>
        </p:spPr>
        <p:txBody>
          <a:bodyPr/>
          <a:lstStyle/>
          <a:p>
            <a:r>
              <a:rPr lang="en-IN" dirty="0"/>
              <a:t>Methodology – H(z)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F787-FCA8-FC2C-5728-C6F14B8D4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153" y="2542032"/>
            <a:ext cx="11155680" cy="3931920"/>
          </a:xfrm>
        </p:spPr>
        <p:txBody>
          <a:bodyPr>
            <a:normAutofit/>
          </a:bodyPr>
          <a:lstStyle/>
          <a:p>
            <a:r>
              <a:rPr lang="en-US" dirty="0"/>
              <a:t>The most rigorous way to correct the uncertainties would be to apply a correction factor to each individual data point. However, since we aim to avoid introducing more free parameters than data points, we will apply the same correction factor f to all uncertainties.</a:t>
            </a:r>
          </a:p>
          <a:p>
            <a:r>
              <a:rPr lang="en-US" dirty="0"/>
              <a:t>we must introduce a f factor for each element of the covariance matrix. This ensures that the correlation between data points remains unchanged while applying the correction.</a:t>
            </a:r>
            <a:endParaRPr lang="en-IN" dirty="0"/>
          </a:p>
          <a:p>
            <a:r>
              <a:rPr lang="en-IN" dirty="0"/>
              <a:t>the corrected </a:t>
            </a:r>
            <a:r>
              <a:rPr lang="el-GR" dirty="0"/>
              <a:t>χ2 </a:t>
            </a:r>
            <a:r>
              <a:rPr lang="en-IN" dirty="0"/>
              <a:t>is :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The </a:t>
            </a:r>
            <a:r>
              <a:rPr lang="en-IN" altLang="en-US" dirty="0">
                <a:latin typeface="Arial" panose="020B0604020202020204" pitchFamily="34" charset="0"/>
              </a:rPr>
              <a:t>corrected</a:t>
            </a:r>
            <a:r>
              <a:rPr lang="en-US" altLang="en-US" dirty="0">
                <a:latin typeface="Arial" panose="020B0604020202020204" pitchFamily="34" charset="0"/>
              </a:rPr>
              <a:t> log-likelihood is implemented 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6653C-7155-FA2E-1404-3C69C88D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305" y="4363694"/>
            <a:ext cx="5060831" cy="6141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CB56B2-D81F-F4A7-1551-5C5B1156F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941" y="3898619"/>
            <a:ext cx="2088421" cy="527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506FDE-B5F2-0AC4-14B5-330DC304C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491" y="5160991"/>
            <a:ext cx="2451226" cy="4826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866F9-9083-1BF4-0B4A-61BEE7E4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7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BA80-0148-AEB8-2C8F-69ACDB38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58952"/>
          </a:xfrm>
        </p:spPr>
        <p:txBody>
          <a:bodyPr>
            <a:normAutofit fontScale="90000"/>
          </a:bodyPr>
          <a:lstStyle/>
          <a:p>
            <a:r>
              <a:rPr lang="en-IN" dirty="0"/>
              <a:t>Data used: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144941-2E24-013C-BC95-356F5696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2" y="2189450"/>
            <a:ext cx="4736667" cy="4454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C4BB20-CF32-4D2B-0787-ABEA48CFC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257" y="2208714"/>
            <a:ext cx="5853561" cy="405723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1108F-E2FB-2E4E-F208-9C783675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3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9893-47D0-6A6E-426A-E2616929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7B35-D5C5-01F4-9089-296EB9F4E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1268"/>
            <a:ext cx="11155680" cy="758952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 flat </a:t>
            </a:r>
            <a:r>
              <a:rPr lang="el-GR" dirty="0"/>
              <a:t>Λ</a:t>
            </a:r>
            <a:r>
              <a:rPr lang="en-IN" dirty="0"/>
              <a:t>CDM: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843DCB-DA49-2625-B949-691A25654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511" y="939766"/>
            <a:ext cx="5429529" cy="5607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C6838D-6737-4264-5D21-6837CA9E3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1691487"/>
            <a:ext cx="4627921" cy="485561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0C5087-DB0E-8048-FBCF-BE2A08E4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0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812C5-E557-EB89-11EE-E601D523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E72D6-E25B-AA4C-D0D2-9354C78C0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IN" dirty="0"/>
              <a:t>Results flat </a:t>
            </a:r>
            <a:r>
              <a:rPr lang="el-GR" dirty="0"/>
              <a:t>Λ</a:t>
            </a:r>
            <a:r>
              <a:rPr lang="en-IN" dirty="0"/>
              <a:t>CDM: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6D426-9A77-259C-CECD-35D13E79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We observe that the inclusion of the correction factor f reduces the uncertainties in both H0 and Ωm, consistent with the findings of Kvint et al. </a:t>
            </a:r>
          </a:p>
          <a:p>
            <a:r>
              <a:rPr lang="en-US" dirty="0"/>
              <a:t>Our results agree with these values, although the constraints are tighter in the latter case.</a:t>
            </a:r>
          </a:p>
          <a:p>
            <a:r>
              <a:rPr lang="en-US" dirty="0"/>
              <a:t>The gain in accuracy is due to the Bayesian correction term, which compensates for an overestimation of the observational uncertainties.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710F20-5A48-9423-902A-8F6E54640861}"/>
              </a:ext>
            </a:extLst>
          </p:cNvPr>
          <p:cNvGrpSpPr/>
          <p:nvPr/>
        </p:nvGrpSpPr>
        <p:grpSpPr>
          <a:xfrm>
            <a:off x="524256" y="4089443"/>
            <a:ext cx="4559403" cy="1792568"/>
            <a:chOff x="524256" y="4427771"/>
            <a:chExt cx="4559403" cy="179256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97F29D-FE91-5DB2-73A8-DA61475B7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0253" y="4778815"/>
              <a:ext cx="4013406" cy="144152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65258-03AE-D6F7-F606-E1DDA9C61EC0}"/>
                </a:ext>
              </a:extLst>
            </p:cNvPr>
            <p:cNvSpPr txBox="1"/>
            <p:nvPr/>
          </p:nvSpPr>
          <p:spPr>
            <a:xfrm>
              <a:off x="524256" y="4427771"/>
              <a:ext cx="22562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Reference results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67F230-9357-165F-A45C-198ED21E51C1}"/>
              </a:ext>
            </a:extLst>
          </p:cNvPr>
          <p:cNvGrpSpPr/>
          <p:nvPr/>
        </p:nvGrpSpPr>
        <p:grpSpPr>
          <a:xfrm>
            <a:off x="408494" y="582729"/>
            <a:ext cx="4064998" cy="1125002"/>
            <a:chOff x="221159" y="419691"/>
            <a:chExt cx="4064998" cy="112500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52B6F5E-01D5-1443-42DE-F72A724A1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471" y="712800"/>
              <a:ext cx="3619686" cy="83189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B0B753-E2C0-4F12-0461-BF4A4A065A68}"/>
                </a:ext>
              </a:extLst>
            </p:cNvPr>
            <p:cNvSpPr txBox="1"/>
            <p:nvPr/>
          </p:nvSpPr>
          <p:spPr>
            <a:xfrm>
              <a:off x="221159" y="419691"/>
              <a:ext cx="1905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Uncorrected: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0F9C12-7415-10D5-9D1C-4F1B8EAA6B96}"/>
              </a:ext>
            </a:extLst>
          </p:cNvPr>
          <p:cNvGrpSpPr/>
          <p:nvPr/>
        </p:nvGrpSpPr>
        <p:grpSpPr>
          <a:xfrm>
            <a:off x="408494" y="2275789"/>
            <a:ext cx="3877663" cy="1409028"/>
            <a:chOff x="221159" y="2019969"/>
            <a:chExt cx="3877663" cy="140902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E9BD30-1823-881F-65E6-D125EFE2C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3805" y="2355792"/>
              <a:ext cx="3245017" cy="107320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8CD598-320F-58B7-0BBC-D7F594C06A40}"/>
                </a:ext>
              </a:extLst>
            </p:cNvPr>
            <p:cNvSpPr txBox="1"/>
            <p:nvPr/>
          </p:nvSpPr>
          <p:spPr>
            <a:xfrm>
              <a:off x="221159" y="2019969"/>
              <a:ext cx="1905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Corrected: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8F278-5C95-9311-6638-E395D249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1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939A-1210-CBD5-5AE7-0C237707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CFCF-021E-D72D-0B8A-E8CA390E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1268"/>
            <a:ext cx="11155680" cy="758952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 Open </a:t>
            </a:r>
            <a:r>
              <a:rPr lang="el-GR" dirty="0"/>
              <a:t>Λ</a:t>
            </a:r>
            <a:r>
              <a:rPr lang="en-IN" dirty="0"/>
              <a:t>CDM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D88AE-25D7-A837-EEEA-CF883510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46" y="1562137"/>
            <a:ext cx="4517878" cy="4580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907C4-0EFA-7891-A404-F3AB286CD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03564"/>
            <a:ext cx="5271008" cy="542063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683265-D0E7-C116-7B14-1A6EEB93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9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89AF1-454C-E6A3-3615-DCE44A1C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63B12-9262-3722-B578-D6A0F4B22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FB72D-51E8-B243-BA6D-0B5BB148C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448" y="978408"/>
            <a:ext cx="5797296" cy="1463040"/>
          </a:xfrm>
        </p:spPr>
        <p:txBody>
          <a:bodyPr>
            <a:normAutofit/>
          </a:bodyPr>
          <a:lstStyle/>
          <a:p>
            <a:r>
              <a:rPr lang="en-IN" dirty="0"/>
              <a:t>Results Open </a:t>
            </a:r>
            <a:r>
              <a:rPr lang="el-GR" dirty="0"/>
              <a:t>Λ</a:t>
            </a:r>
            <a:r>
              <a:rPr lang="en-IN" dirty="0"/>
              <a:t>CDM :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4247C04-F131-EA8F-E1E3-7AEB0B24B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BE6FD-C829-E8C5-EC43-F016603D1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6846" y="2053046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Our results are consistent within 1σ uncertainties. The curvature parameter Ωk is consistent with zero, supporting a spatially flat universe within uncertainties.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45A9A0-525B-BF83-48F5-E49BB6ED9AD6}"/>
              </a:ext>
            </a:extLst>
          </p:cNvPr>
          <p:cNvGrpSpPr/>
          <p:nvPr/>
        </p:nvGrpSpPr>
        <p:grpSpPr>
          <a:xfrm>
            <a:off x="732607" y="582729"/>
            <a:ext cx="3167634" cy="2109460"/>
            <a:chOff x="299847" y="323424"/>
            <a:chExt cx="2896801" cy="17311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BD9BEA4-474D-8441-BE46-6A425FBDD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8632" y="689216"/>
              <a:ext cx="2248016" cy="1365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7B3AA8-E497-5560-15BE-49A93C148867}"/>
                </a:ext>
              </a:extLst>
            </p:cNvPr>
            <p:cNvSpPr txBox="1"/>
            <p:nvPr/>
          </p:nvSpPr>
          <p:spPr>
            <a:xfrm>
              <a:off x="299847" y="323424"/>
              <a:ext cx="1574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Uncorrected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BDDCB5-1A9F-B548-71B9-311399DA749F}"/>
              </a:ext>
            </a:extLst>
          </p:cNvPr>
          <p:cNvGrpSpPr/>
          <p:nvPr/>
        </p:nvGrpSpPr>
        <p:grpSpPr>
          <a:xfrm>
            <a:off x="888055" y="3591705"/>
            <a:ext cx="3412653" cy="2366774"/>
            <a:chOff x="517214" y="3276241"/>
            <a:chExt cx="3006070" cy="212710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56C702-7A68-434D-77D5-9C86549B5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7020" y="3618908"/>
              <a:ext cx="2216264" cy="178444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F53A55-9627-4025-E78A-EFB26C379B25}"/>
                </a:ext>
              </a:extLst>
            </p:cNvPr>
            <p:cNvSpPr txBox="1"/>
            <p:nvPr/>
          </p:nvSpPr>
          <p:spPr>
            <a:xfrm>
              <a:off x="517214" y="3276241"/>
              <a:ext cx="1451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Corrected: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FED278-EBBF-E15E-53F4-089AB6A4AECA}"/>
              </a:ext>
            </a:extLst>
          </p:cNvPr>
          <p:cNvGrpSpPr/>
          <p:nvPr/>
        </p:nvGrpSpPr>
        <p:grpSpPr>
          <a:xfrm>
            <a:off x="6085393" y="3591705"/>
            <a:ext cx="4618555" cy="2422378"/>
            <a:chOff x="591322" y="4180155"/>
            <a:chExt cx="4618555" cy="242237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1929B0-96F9-59D2-95F5-8D15A2C44979}"/>
                </a:ext>
              </a:extLst>
            </p:cNvPr>
            <p:cNvSpPr txBox="1"/>
            <p:nvPr/>
          </p:nvSpPr>
          <p:spPr>
            <a:xfrm>
              <a:off x="591322" y="4180155"/>
              <a:ext cx="22162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Reference results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E9F6572-538E-427B-1932-EEA54DB96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7127" y="4506925"/>
              <a:ext cx="3892750" cy="2095608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0F35D-C852-EF34-BFDB-B9DB4477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9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982D3-3F88-E6E9-914B-FA751EB6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701F38B2-432E-355E-6576-FA42BD8B8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81869-91BB-8B6F-550A-C4945705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7016786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GRB Analysis and Lorentz Invariance Violation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A608E-029F-0A81-26F6-0CECDD69B29B}"/>
              </a:ext>
            </a:extLst>
          </p:cNvPr>
          <p:cNvSpPr txBox="1"/>
          <p:nvPr/>
        </p:nvSpPr>
        <p:spPr>
          <a:xfrm>
            <a:off x="9743894" y="6870700"/>
            <a:ext cx="244810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4" tooltip="https://cs.wikipedia.org/wiki/Swift_Gamma-Ray_Burst_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N" sz="70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B3A62-7F65-8EDD-EB2A-25D305725953}"/>
              </a:ext>
            </a:extLst>
          </p:cNvPr>
          <p:cNvSpPr txBox="1"/>
          <p:nvPr/>
        </p:nvSpPr>
        <p:spPr>
          <a:xfrm>
            <a:off x="9582149" y="6657945"/>
            <a:ext cx="260680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3" tooltip="https://www.astroblogs.nl/2017/01/15/mmmmm-das-interessant-de-gammaflits-grb160625-vertoonde-een-spectrale-dispersi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6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N" sz="7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625D-C35E-0642-A15A-1C79FBE8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3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28179-FDBB-D5C6-9226-F1DB6DB67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3219-E634-5BFA-4EF0-F5BCDED4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4128"/>
          </a:xfrm>
        </p:spPr>
        <p:txBody>
          <a:bodyPr/>
          <a:lstStyle/>
          <a:p>
            <a:r>
              <a:rPr lang="en-IN" dirty="0"/>
              <a:t>Theoretical Foundation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67F5-B91E-C16F-2E84-167E948E1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570" y="2002536"/>
            <a:ext cx="11155680" cy="4495800"/>
          </a:xfrm>
        </p:spPr>
        <p:txBody>
          <a:bodyPr>
            <a:normAutofit/>
          </a:bodyPr>
          <a:lstStyle/>
          <a:p>
            <a:r>
              <a:rPr lang="en-US" b="1" dirty="0"/>
              <a:t>Gamma-ray bursts (GRBs) </a:t>
            </a:r>
            <a:r>
              <a:rPr lang="en-US" dirty="0"/>
              <a:t>are the most powerful, luminous explosions in the universe which are resulting from the deaths of massive stars or the merger of compact stellar remnants.</a:t>
            </a:r>
          </a:p>
          <a:p>
            <a:r>
              <a:rPr lang="en-US" dirty="0"/>
              <a:t>Some quantum gravity theories predict that speed of light may depend on photon energy, this </a:t>
            </a:r>
            <a:r>
              <a:rPr lang="en-US" b="1" dirty="0"/>
              <a:t>violates Lorentz invariance.</a:t>
            </a:r>
          </a:p>
          <a:p>
            <a:r>
              <a:rPr lang="en-US" b="1" dirty="0"/>
              <a:t>The Planck energy </a:t>
            </a:r>
            <a:r>
              <a:rPr lang="en-US" dirty="0"/>
              <a:t>scale is the theoretical energy level at which quantum effects of gravity become significant.</a:t>
            </a:r>
            <a:endParaRPr lang="en-US" b="1" dirty="0"/>
          </a:p>
          <a:p>
            <a:r>
              <a:rPr lang="en-US" dirty="0"/>
              <a:t>GRBs occur at cosmological distances (billions of light-years), tiny LIV effects accumulate over such long distances.</a:t>
            </a:r>
          </a:p>
          <a:p>
            <a:r>
              <a:rPr lang="en-US" dirty="0"/>
              <a:t>So total time we observe is</a:t>
            </a:r>
          </a:p>
          <a:p>
            <a:r>
              <a:rPr lang="en-US" dirty="0"/>
              <a:t>where Tint represents intrinsic source effects.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0FB16D-56CD-1D92-1206-A544AAF5E293}"/>
              </a:ext>
            </a:extLst>
          </p:cNvPr>
          <p:cNvGrpSpPr/>
          <p:nvPr/>
        </p:nvGrpSpPr>
        <p:grpSpPr>
          <a:xfrm>
            <a:off x="5592428" y="5391924"/>
            <a:ext cx="5722151" cy="800141"/>
            <a:chOff x="987433" y="4655924"/>
            <a:chExt cx="5722151" cy="80014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4765CC0-C6F3-8D79-CF7E-5FB9F1447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433" y="4655924"/>
              <a:ext cx="3098959" cy="80014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49AD78-18C9-7B9B-0BA9-BA2EA0BCF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6460" y="4655924"/>
              <a:ext cx="2413124" cy="730288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FC6C8DE-F902-B36B-4215-E3ADDF3D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096" y="4842629"/>
            <a:ext cx="2166618" cy="4860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FC673-56C6-CD88-03BD-13FABC00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48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5FB5-130F-1E1A-5F54-2890A0E7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44D0-1FCE-85ED-3626-C5B75311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4128"/>
          </a:xfrm>
        </p:spPr>
        <p:txBody>
          <a:bodyPr/>
          <a:lstStyle/>
          <a:p>
            <a:r>
              <a:rPr lang="en-IN" dirty="0"/>
              <a:t>Theoretical Foundation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D4E2C-0276-D0E6-FA52-877709EFB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570" y="2002536"/>
            <a:ext cx="11155680" cy="4495800"/>
          </a:xfrm>
        </p:spPr>
        <p:txBody>
          <a:bodyPr>
            <a:normAutofit/>
          </a:bodyPr>
          <a:lstStyle/>
          <a:p>
            <a:r>
              <a:rPr lang="en-US" dirty="0"/>
              <a:t> In practice, parametric models (such as smooth broken power laws) , non-parametric methods (such as cubic spline interpolation) are employed to account for these effects.</a:t>
            </a:r>
          </a:p>
          <a:p>
            <a:r>
              <a:rPr lang="en-US" dirty="0"/>
              <a:t>For the non-parametric approach,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τint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(E) = Spline(E</a:t>
            </a:r>
            <a:r>
              <a:rPr lang="en-US" dirty="0"/>
              <a:t>)</a:t>
            </a:r>
          </a:p>
          <a:p>
            <a:r>
              <a:rPr lang="en-US" dirty="0"/>
              <a:t>The spline is constructed using weighted least squares, this approach allows flexibility in capturing complex intrinsic lag behavior.</a:t>
            </a:r>
          </a:p>
          <a:p>
            <a:r>
              <a:rPr lang="en-US" dirty="0"/>
              <a:t>For the parametric approach(SBPL model)</a:t>
            </a:r>
          </a:p>
          <a:p>
            <a:pPr lvl="1"/>
            <a:r>
              <a:rPr lang="en-US" dirty="0"/>
              <a:t>ξ is the normalization,</a:t>
            </a:r>
          </a:p>
          <a:p>
            <a:pPr lvl="1"/>
            <a:r>
              <a:rPr lang="en-US" dirty="0"/>
              <a:t>Eb is the break energy, </a:t>
            </a:r>
          </a:p>
          <a:p>
            <a:pPr lvl="1"/>
            <a:r>
              <a:rPr lang="en-US" dirty="0"/>
              <a:t> α1 and α2 are spectral indices</a:t>
            </a:r>
          </a:p>
          <a:p>
            <a:pPr lvl="1"/>
            <a:r>
              <a:rPr lang="en-US" dirty="0"/>
              <a:t> µ controls the smoothness of the transition</a:t>
            </a:r>
          </a:p>
          <a:p>
            <a:pPr lvl="1"/>
            <a:r>
              <a:rPr lang="en-US" dirty="0"/>
              <a:t>E0 is the reference energy.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7A34C-AF0D-FF5C-7C18-8FA95D73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343" y="3699514"/>
            <a:ext cx="5531134" cy="7874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86090-1C15-7FBE-75B2-2056D8CB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3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C02D-8401-7380-9AF2-222B1545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BE19-330C-2657-6E1F-C5DBDA8B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4128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CBB1F-744D-70A9-DC8E-0EC650AB3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570" y="2002536"/>
            <a:ext cx="11155680" cy="4495800"/>
          </a:xfrm>
        </p:spPr>
        <p:txBody>
          <a:bodyPr>
            <a:normAutofit/>
          </a:bodyPr>
          <a:lstStyle/>
          <a:p>
            <a:r>
              <a:rPr lang="en-IN" dirty="0"/>
              <a:t>The likelihood is constructed assuming Gaussian errors:</a:t>
            </a:r>
          </a:p>
          <a:p>
            <a:r>
              <a:rPr lang="en-IN" dirty="0"/>
              <a:t>Where </a:t>
            </a:r>
            <a:r>
              <a:rPr lang="el-GR" dirty="0"/>
              <a:t>σ</a:t>
            </a:r>
            <a:r>
              <a:rPr lang="en-IN" dirty="0"/>
              <a:t> includes both observational uncertainty and propagated LIV uncertainty</a:t>
            </a:r>
          </a:p>
          <a:p>
            <a:r>
              <a:rPr lang="en-IN" dirty="0"/>
              <a:t>For SBPL the uniform priors are assigned to all parameters.</a:t>
            </a:r>
          </a:p>
          <a:p>
            <a:r>
              <a:rPr lang="en-US" dirty="0"/>
              <a:t>For both cubic spline and SBPL models, the quantum gravity energy scale is parameterized in logarithmic form</a:t>
            </a:r>
            <a:r>
              <a:rPr lang="en-IN" dirty="0"/>
              <a:t> log10(EQG)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81274C-633E-AB7E-F800-3C7D69E63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736" y="1828002"/>
            <a:ext cx="4934204" cy="717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80D87E-FA1E-77CD-FBAB-A91B823CD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25" y="4108953"/>
            <a:ext cx="2178162" cy="20702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DE035F-ED9C-A613-ED17-697B61CD4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017" y="4389376"/>
            <a:ext cx="5150115" cy="12192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D488C-9199-E719-479A-CF19DF32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24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5FA52-CBD5-95FE-E1F6-60F1F077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CE8DD-935D-7F9E-8E70-97F11F377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IN" sz="4000"/>
              <a:t>Hierarchical Bayesian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D3C5F52-5F5B-257A-767A-4786CFA368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111527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525BE42-33AE-18D5-FB99-B36621436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9759" y="3941064"/>
            <a:ext cx="3689540" cy="63503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2E5BE96-DACB-66D4-F8A7-53A50040D979}"/>
              </a:ext>
            </a:extLst>
          </p:cNvPr>
          <p:cNvGrpSpPr/>
          <p:nvPr/>
        </p:nvGrpSpPr>
        <p:grpSpPr>
          <a:xfrm>
            <a:off x="283796" y="3622221"/>
            <a:ext cx="3574212" cy="991157"/>
            <a:chOff x="311442" y="3165457"/>
            <a:chExt cx="3574212" cy="99115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BFCEFCC-87A6-2161-0799-371AFBD10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8083" y="3350123"/>
              <a:ext cx="3327571" cy="80649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346A8B-C133-FD7C-3F50-DAA7F44597CA}"/>
                </a:ext>
              </a:extLst>
            </p:cNvPr>
            <p:cNvSpPr txBox="1"/>
            <p:nvPr/>
          </p:nvSpPr>
          <p:spPr>
            <a:xfrm>
              <a:off x="311442" y="3165457"/>
              <a:ext cx="30487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Gaussian distribution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F4968F-53C1-9B9E-09DB-930E0A529093}"/>
              </a:ext>
            </a:extLst>
          </p:cNvPr>
          <p:cNvGrpSpPr/>
          <p:nvPr/>
        </p:nvGrpSpPr>
        <p:grpSpPr>
          <a:xfrm>
            <a:off x="283796" y="4854265"/>
            <a:ext cx="3601858" cy="976593"/>
            <a:chOff x="311442" y="4539572"/>
            <a:chExt cx="3601858" cy="97659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02F4F83-C4BB-4E74-C216-9DBD826D8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6824" y="4855731"/>
              <a:ext cx="3416476" cy="66043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CD2B31-8D19-18BB-C92D-3D23978CF676}"/>
                </a:ext>
              </a:extLst>
            </p:cNvPr>
            <p:cNvSpPr txBox="1"/>
            <p:nvPr/>
          </p:nvSpPr>
          <p:spPr>
            <a:xfrm>
              <a:off x="311442" y="4539572"/>
              <a:ext cx="29394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log-normal distribution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44D39D-DD7D-F42B-B780-64EF549E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65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33593-F689-0FC9-C90C-1FB98515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79B8B-0D2A-2A85-C668-160FC0AD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IN" dirty="0"/>
              <a:t>Results: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6EB9B2-119D-A8E1-CBD3-BBF9DC9F5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8" y="657369"/>
            <a:ext cx="6000828" cy="5820803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592B0-4103-CB92-B9B1-08D79A64A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216299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One-and Two-dimensional marginal posterior probability distributions of hyper-parameters.</a:t>
            </a:r>
          </a:p>
          <a:p>
            <a:r>
              <a:rPr lang="en-US" dirty="0"/>
              <a:t> A &amp; B for Gaussian and C &amp; D are for log-normal distribution model.</a:t>
            </a:r>
          </a:p>
          <a:p>
            <a:r>
              <a:rPr lang="en-US" dirty="0"/>
              <a:t> </a:t>
            </a:r>
            <a:r>
              <a:rPr lang="en-IN" dirty="0"/>
              <a:t>The top row corresponds to linear LIV (n =1) and the bottom row to quadratic LIV (n =2)</a:t>
            </a:r>
            <a:r>
              <a:rPr lang="en-US" dirty="0"/>
              <a:t>.</a:t>
            </a:r>
          </a:p>
          <a:p>
            <a:r>
              <a:rPr lang="en-US" dirty="0"/>
              <a:t>Sample I: A parametric model.</a:t>
            </a:r>
          </a:p>
          <a:p>
            <a:r>
              <a:rPr lang="en-US" dirty="0"/>
              <a:t>Sample II: A cubic spline model.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445E2-B7F5-FE52-FA76-DC1B60CC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42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D4481-42FB-2E01-9D23-C8CE73B8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70219-362A-4AA4-D81D-FF3540DD2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IN" dirty="0"/>
              <a:t>Results: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1927A-05DF-3E3F-0402-C32ECAED2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13" y="1607878"/>
            <a:ext cx="6016499" cy="4271714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740C1-7E64-4483-A9EC-442253FEB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Posterior predictive distributions of log10(EQG) obtained from the hierarchical Bayesian analysis.</a:t>
            </a:r>
          </a:p>
          <a:p>
            <a:r>
              <a:rPr lang="en-US" dirty="0"/>
              <a:t> The top row corresponds to linear LIV (n = 1) and the bottom row to quadratic LIV (n = 2). </a:t>
            </a:r>
          </a:p>
          <a:p>
            <a:r>
              <a:rPr lang="en-US" dirty="0"/>
              <a:t>The left column shows results using the SBPL intrinsic lag model (Liu et al.), while the right column corresponds to the cubic spline model.</a:t>
            </a:r>
          </a:p>
          <a:p>
            <a:r>
              <a:rPr lang="en-US" dirty="0"/>
              <a:t>The vertical dashed line indicates the Planck energy scale.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BDD66-27D1-382F-0020-B208A710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05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7FB3-EB06-04A6-D22B-D1AC1E655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Discussion and 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045F8AD-9A31-05B1-912C-02FEA38FF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578608"/>
                <a:ext cx="11155680" cy="3767328"/>
              </a:xfrm>
            </p:spPr>
            <p:txBody>
              <a:bodyPr/>
              <a:lstStyle/>
              <a:p>
                <a:r>
                  <a:rPr lang="en-US" dirty="0"/>
                  <a:t>The hierarchical combination of 32 GRBs produces constraints on the quantum gravity energy scale consistent with the reported limits of EQG,1 &gt;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4.37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dirty="0"/>
                  <a:t>GeV for linear LIV and EQG,2 &gt;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.02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GeV for quadratic LIV.</a:t>
                </a:r>
              </a:p>
              <a:p>
                <a:r>
                  <a:rPr lang="en-US" dirty="0"/>
                  <a:t>The posterior distributions and inferred population-level behavior are consistent with those obtained in the reference analysis, including the dependence on the choice of intrinsic lag model.</a:t>
                </a:r>
              </a:p>
              <a:p>
                <a:r>
                  <a:rPr lang="en-US" dirty="0"/>
                  <a:t>Furthermore, our results indicate that the inferred values of EQG remain below the Planck scale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GeV), with a high probability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𝑄𝐺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Pl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US" dirty="0"/>
                  <a:t>This implies that there is no statistically significant evidence for Lorentz invariance violation in the current GRB dataset, consistent with previous findings.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045F8AD-9A31-05B1-912C-02FEA38FF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578608"/>
                <a:ext cx="11155680" cy="3767328"/>
              </a:xfrm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5FAB2-3D07-284B-3A9A-84C831BA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62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3DE6CBE-2C28-93FC-924F-59D9BFFA6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56" r="1" b="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54059-63AC-1AFE-1EE9-34B4B7F3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02" y="2658413"/>
            <a:ext cx="11165481" cy="1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425A14-502E-AC82-0494-D49FD6F0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32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1240</Words>
  <Application>Microsoft Office PowerPoint</Application>
  <PresentationFormat>Widescreen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Bierstadt</vt:lpstr>
      <vt:lpstr>Cambria Math</vt:lpstr>
      <vt:lpstr>Google Sans Text</vt:lpstr>
      <vt:lpstr>GestaltVTI</vt:lpstr>
      <vt:lpstr>Reproducing Bayesian Constraints on Cosmological Parameters and Lorentz Invariance</vt:lpstr>
      <vt:lpstr>Project Overview &amp; Motivation</vt:lpstr>
      <vt:lpstr>Cosmic Chronometer Analysis H(z)</vt:lpstr>
      <vt:lpstr>Theoretical Foundation </vt:lpstr>
      <vt:lpstr>Methodology – H(z) Analysis</vt:lpstr>
      <vt:lpstr>Methodology – H(z) Analysis</vt:lpstr>
      <vt:lpstr>Data used:</vt:lpstr>
      <vt:lpstr>Results flat ΛCDM:</vt:lpstr>
      <vt:lpstr>Results flat ΛCDM:</vt:lpstr>
      <vt:lpstr>Results Open ΛCDM :</vt:lpstr>
      <vt:lpstr>Results Open ΛCDM :</vt:lpstr>
      <vt:lpstr>GRB Analysis and Lorentz Invariance Violation</vt:lpstr>
      <vt:lpstr>Theoretical Foundation </vt:lpstr>
      <vt:lpstr>Theoretical Foundation </vt:lpstr>
      <vt:lpstr>Methodology</vt:lpstr>
      <vt:lpstr>Hierarchical Bayesian Analysis</vt:lpstr>
      <vt:lpstr>Results:</vt:lpstr>
      <vt:lpstr>Results:</vt:lpstr>
      <vt:lpstr>Discussion and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Jaidhar Ramagiri</dc:creator>
  <cp:lastModifiedBy>Jaidhar Ramagiri</cp:lastModifiedBy>
  <cp:revision>1</cp:revision>
  <dcterms:created xsi:type="dcterms:W3CDTF">2026-05-02T09:42:37Z</dcterms:created>
  <dcterms:modified xsi:type="dcterms:W3CDTF">2026-05-03T04:06:58Z</dcterms:modified>
</cp:coreProperties>
</file>